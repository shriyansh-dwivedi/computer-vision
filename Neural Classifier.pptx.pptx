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Poppins" charset="1" panose="00000500000000000000"/>
      <p:regular r:id="rId18"/>
    </p:embeddedFont>
    <p:embeddedFont>
      <p:font typeface="IBM Plex Mono Bold" charset="1" panose="020B0809050203000203"/>
      <p:regular r:id="rId19"/>
    </p:embeddedFont>
    <p:embeddedFont>
      <p:font typeface="Poppins Bold" charset="1" panose="00000800000000000000"/>
      <p:regular r:id="rId20"/>
    </p:embeddedFont>
    <p:embeddedFont>
      <p:font typeface="Calibri (MS) Bold" charset="1" panose="020F0702030404030204"/>
      <p:regular r:id="rId21"/>
    </p:embeddedFont>
    <p:embeddedFont>
      <p:font typeface="Poppins Italics" charset="1" panose="00000500000000000000"/>
      <p:regular r:id="rId22"/>
    </p:embeddedFont>
    <p:embeddedFont>
      <p:font typeface="IBM Plex Mono" charset="1" panose="020B0509050203000203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24" Target="../media/image23.png" Type="http://schemas.openxmlformats.org/officeDocument/2006/relationships/image"/><Relationship Id="rId25" Target="../media/image24.svg" Type="http://schemas.openxmlformats.org/officeDocument/2006/relationships/image"/><Relationship Id="rId26" Target="../media/image25.jpeg" Type="http://schemas.openxmlformats.org/officeDocument/2006/relationships/image"/><Relationship Id="rId27" Target="../media/image26.png" Type="http://schemas.openxmlformats.org/officeDocument/2006/relationships/image"/><Relationship Id="rId28" Target="../media/image27.svg" Type="http://schemas.openxmlformats.org/officeDocument/2006/relationships/image"/><Relationship Id="rId29" Target="../media/image28.png" Type="http://schemas.openxmlformats.org/officeDocument/2006/relationships/image"/><Relationship Id="rId3" Target="../media/image2.png" Type="http://schemas.openxmlformats.org/officeDocument/2006/relationships/image"/><Relationship Id="rId30" Target="../media/image29.svg" Type="http://schemas.openxmlformats.org/officeDocument/2006/relationships/image"/><Relationship Id="rId31" Target="../media/image30.png" Type="http://schemas.openxmlformats.org/officeDocument/2006/relationships/image"/><Relationship Id="rId32" Target="../media/image31.sv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37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14" Target="../media/image38.png" Type="http://schemas.openxmlformats.org/officeDocument/2006/relationships/image"/><Relationship Id="rId15" Target="../media/image39.svg" Type="http://schemas.openxmlformats.org/officeDocument/2006/relationships/image"/><Relationship Id="rId16" Target="../media/image40.png" Type="http://schemas.openxmlformats.org/officeDocument/2006/relationships/image"/><Relationship Id="rId17" Target="../media/image41.svg" Type="http://schemas.openxmlformats.org/officeDocument/2006/relationships/image"/><Relationship Id="rId18" Target="../media/image11.png" Type="http://schemas.openxmlformats.org/officeDocument/2006/relationships/image"/><Relationship Id="rId19" Target="../media/image12.svg" Type="http://schemas.openxmlformats.org/officeDocument/2006/relationships/image"/><Relationship Id="rId2" Target="../media/image10.png" Type="http://schemas.openxmlformats.org/officeDocument/2006/relationships/image"/><Relationship Id="rId20" Target="../media/image13.png" Type="http://schemas.openxmlformats.org/officeDocument/2006/relationships/image"/><Relationship Id="rId21" Target="../media/image14.svg" Type="http://schemas.openxmlformats.org/officeDocument/2006/relationships/image"/><Relationship Id="rId22" Target="../media/image25.jpeg" Type="http://schemas.openxmlformats.org/officeDocument/2006/relationships/image"/><Relationship Id="rId23" Target="../media/image42.png" Type="http://schemas.openxmlformats.org/officeDocument/2006/relationships/image"/><Relationship Id="rId24" Target="../media/image43.svg" Type="http://schemas.openxmlformats.org/officeDocument/2006/relationships/image"/><Relationship Id="rId25" Target="../media/image44.png" Type="http://schemas.openxmlformats.org/officeDocument/2006/relationships/image"/><Relationship Id="rId3" Target="../media/image28.png" Type="http://schemas.openxmlformats.org/officeDocument/2006/relationships/image"/><Relationship Id="rId4" Target="../media/image29.svg" Type="http://schemas.openxmlformats.org/officeDocument/2006/relationships/image"/><Relationship Id="rId5" Target="../media/image30.png" Type="http://schemas.openxmlformats.org/officeDocument/2006/relationships/image"/><Relationship Id="rId6" Target="../media/image32.svg" Type="http://schemas.openxmlformats.org/officeDocument/2006/relationships/image"/><Relationship Id="rId7" Target="../media/image33.svg" Type="http://schemas.openxmlformats.org/officeDocument/2006/relationships/image"/><Relationship Id="rId8" Target="../media/image34.png" Type="http://schemas.openxmlformats.org/officeDocument/2006/relationships/image"/><Relationship Id="rId9" Target="../media/image3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8.svg" Type="http://schemas.openxmlformats.org/officeDocument/2006/relationships/image"/><Relationship Id="rId11" Target="../media/image49.png" Type="http://schemas.openxmlformats.org/officeDocument/2006/relationships/image"/><Relationship Id="rId12" Target="../media/image50.svg" Type="http://schemas.openxmlformats.org/officeDocument/2006/relationships/image"/><Relationship Id="rId13" Target="../media/image51.png" Type="http://schemas.openxmlformats.org/officeDocument/2006/relationships/image"/><Relationship Id="rId2" Target="../media/image10.png" Type="http://schemas.openxmlformats.org/officeDocument/2006/relationships/image"/><Relationship Id="rId3" Target="../media/image45.png" Type="http://schemas.openxmlformats.org/officeDocument/2006/relationships/image"/><Relationship Id="rId4" Target="../media/image46.svg" Type="http://schemas.openxmlformats.org/officeDocument/2006/relationships/image"/><Relationship Id="rId5" Target="../media/image28.png" Type="http://schemas.openxmlformats.org/officeDocument/2006/relationships/image"/><Relationship Id="rId6" Target="../media/image29.svg" Type="http://schemas.openxmlformats.org/officeDocument/2006/relationships/image"/><Relationship Id="rId7" Target="../media/image30.png" Type="http://schemas.openxmlformats.org/officeDocument/2006/relationships/image"/><Relationship Id="rId8" Target="../media/image31.svg" Type="http://schemas.openxmlformats.org/officeDocument/2006/relationships/image"/><Relationship Id="rId9" Target="../media/image4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8.svg" Type="http://schemas.openxmlformats.org/officeDocument/2006/relationships/image"/><Relationship Id="rId11" Target="../media/image49.png" Type="http://schemas.openxmlformats.org/officeDocument/2006/relationships/image"/><Relationship Id="rId12" Target="../media/image50.svg" Type="http://schemas.openxmlformats.org/officeDocument/2006/relationships/image"/><Relationship Id="rId13" Target="../media/image52.png" Type="http://schemas.openxmlformats.org/officeDocument/2006/relationships/image"/><Relationship Id="rId2" Target="../media/image10.png" Type="http://schemas.openxmlformats.org/officeDocument/2006/relationships/image"/><Relationship Id="rId3" Target="../media/image45.png" Type="http://schemas.openxmlformats.org/officeDocument/2006/relationships/image"/><Relationship Id="rId4" Target="../media/image46.svg" Type="http://schemas.openxmlformats.org/officeDocument/2006/relationships/image"/><Relationship Id="rId5" Target="../media/image28.png" Type="http://schemas.openxmlformats.org/officeDocument/2006/relationships/image"/><Relationship Id="rId6" Target="../media/image29.svg" Type="http://schemas.openxmlformats.org/officeDocument/2006/relationships/image"/><Relationship Id="rId7" Target="../media/image30.png" Type="http://schemas.openxmlformats.org/officeDocument/2006/relationships/image"/><Relationship Id="rId8" Target="../media/image31.svg" Type="http://schemas.openxmlformats.org/officeDocument/2006/relationships/image"/><Relationship Id="rId9" Target="../media/image4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1.png" Type="http://schemas.openxmlformats.org/officeDocument/2006/relationships/image"/><Relationship Id="rId11" Target="../media/image62.svg" Type="http://schemas.openxmlformats.org/officeDocument/2006/relationships/image"/><Relationship Id="rId12" Target="../media/image63.png" Type="http://schemas.openxmlformats.org/officeDocument/2006/relationships/image"/><Relationship Id="rId13" Target="../media/image64.svg" Type="http://schemas.openxmlformats.org/officeDocument/2006/relationships/image"/><Relationship Id="rId14" Target="../media/image65.png" Type="http://schemas.openxmlformats.org/officeDocument/2006/relationships/image"/><Relationship Id="rId15" Target="../media/image66.svg" Type="http://schemas.openxmlformats.org/officeDocument/2006/relationships/image"/><Relationship Id="rId16" Target="../media/image67.png" Type="http://schemas.openxmlformats.org/officeDocument/2006/relationships/image"/><Relationship Id="rId17" Target="../media/image68.svg" Type="http://schemas.openxmlformats.org/officeDocument/2006/relationships/image"/><Relationship Id="rId18" Target="../media/image69.png" Type="http://schemas.openxmlformats.org/officeDocument/2006/relationships/image"/><Relationship Id="rId19" Target="../media/image70.svg" Type="http://schemas.openxmlformats.org/officeDocument/2006/relationships/image"/><Relationship Id="rId2" Target="../media/image53.png" Type="http://schemas.openxmlformats.org/officeDocument/2006/relationships/image"/><Relationship Id="rId20" Target="../media/image71.png" Type="http://schemas.openxmlformats.org/officeDocument/2006/relationships/image"/><Relationship Id="rId3" Target="../media/image54.svg" Type="http://schemas.openxmlformats.org/officeDocument/2006/relationships/image"/><Relationship Id="rId4" Target="../media/image55.png" Type="http://schemas.openxmlformats.org/officeDocument/2006/relationships/image"/><Relationship Id="rId5" Target="../media/image56.svg" Type="http://schemas.openxmlformats.org/officeDocument/2006/relationships/image"/><Relationship Id="rId6" Target="../media/image57.png" Type="http://schemas.openxmlformats.org/officeDocument/2006/relationships/image"/><Relationship Id="rId7" Target="../media/image58.svg" Type="http://schemas.openxmlformats.org/officeDocument/2006/relationships/image"/><Relationship Id="rId8" Target="../media/image59.png" Type="http://schemas.openxmlformats.org/officeDocument/2006/relationships/image"/><Relationship Id="rId9" Target="../media/image6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8.svg" Type="http://schemas.openxmlformats.org/officeDocument/2006/relationships/image"/><Relationship Id="rId11" Target="../media/image49.png" Type="http://schemas.openxmlformats.org/officeDocument/2006/relationships/image"/><Relationship Id="rId12" Target="../media/image50.svg" Type="http://schemas.openxmlformats.org/officeDocument/2006/relationships/image"/><Relationship Id="rId2" Target="../media/image10.png" Type="http://schemas.openxmlformats.org/officeDocument/2006/relationships/image"/><Relationship Id="rId3" Target="../media/image45.png" Type="http://schemas.openxmlformats.org/officeDocument/2006/relationships/image"/><Relationship Id="rId4" Target="../media/image46.svg" Type="http://schemas.openxmlformats.org/officeDocument/2006/relationships/image"/><Relationship Id="rId5" Target="../media/image28.png" Type="http://schemas.openxmlformats.org/officeDocument/2006/relationships/image"/><Relationship Id="rId6" Target="../media/image29.svg" Type="http://schemas.openxmlformats.org/officeDocument/2006/relationships/image"/><Relationship Id="rId7" Target="../media/image30.png" Type="http://schemas.openxmlformats.org/officeDocument/2006/relationships/image"/><Relationship Id="rId8" Target="../media/image31.svg" Type="http://schemas.openxmlformats.org/officeDocument/2006/relationships/image"/><Relationship Id="rId9" Target="../media/image4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8.svg" Type="http://schemas.openxmlformats.org/officeDocument/2006/relationships/image"/><Relationship Id="rId11" Target="../media/image49.png" Type="http://schemas.openxmlformats.org/officeDocument/2006/relationships/image"/><Relationship Id="rId12" Target="../media/image50.svg" Type="http://schemas.openxmlformats.org/officeDocument/2006/relationships/image"/><Relationship Id="rId13" Target="../media/image72.png" Type="http://schemas.openxmlformats.org/officeDocument/2006/relationships/image"/><Relationship Id="rId2" Target="../media/image10.png" Type="http://schemas.openxmlformats.org/officeDocument/2006/relationships/image"/><Relationship Id="rId3" Target="../media/image45.png" Type="http://schemas.openxmlformats.org/officeDocument/2006/relationships/image"/><Relationship Id="rId4" Target="../media/image46.svg" Type="http://schemas.openxmlformats.org/officeDocument/2006/relationships/image"/><Relationship Id="rId5" Target="../media/image28.png" Type="http://schemas.openxmlformats.org/officeDocument/2006/relationships/image"/><Relationship Id="rId6" Target="../media/image29.svg" Type="http://schemas.openxmlformats.org/officeDocument/2006/relationships/image"/><Relationship Id="rId7" Target="../media/image30.png" Type="http://schemas.openxmlformats.org/officeDocument/2006/relationships/image"/><Relationship Id="rId8" Target="../media/image31.svg" Type="http://schemas.openxmlformats.org/officeDocument/2006/relationships/image"/><Relationship Id="rId9" Target="../media/image4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0.svg" Type="http://schemas.openxmlformats.org/officeDocument/2006/relationships/image"/><Relationship Id="rId11" Target="../media/image61.png" Type="http://schemas.openxmlformats.org/officeDocument/2006/relationships/image"/><Relationship Id="rId12" Target="../media/image62.svg" Type="http://schemas.openxmlformats.org/officeDocument/2006/relationships/image"/><Relationship Id="rId13" Target="../media/image63.png" Type="http://schemas.openxmlformats.org/officeDocument/2006/relationships/image"/><Relationship Id="rId14" Target="../media/image64.svg" Type="http://schemas.openxmlformats.org/officeDocument/2006/relationships/image"/><Relationship Id="rId15" Target="../media/image65.png" Type="http://schemas.openxmlformats.org/officeDocument/2006/relationships/image"/><Relationship Id="rId16" Target="../media/image66.svg" Type="http://schemas.openxmlformats.org/officeDocument/2006/relationships/image"/><Relationship Id="rId17" Target="../media/image67.png" Type="http://schemas.openxmlformats.org/officeDocument/2006/relationships/image"/><Relationship Id="rId18" Target="../media/image68.svg" Type="http://schemas.openxmlformats.org/officeDocument/2006/relationships/image"/><Relationship Id="rId19" Target="../media/image69.png" Type="http://schemas.openxmlformats.org/officeDocument/2006/relationships/image"/><Relationship Id="rId2" Target="../media/image53.png" Type="http://schemas.openxmlformats.org/officeDocument/2006/relationships/image"/><Relationship Id="rId20" Target="../media/image70.svg" Type="http://schemas.openxmlformats.org/officeDocument/2006/relationships/image"/><Relationship Id="rId3" Target="../media/image54.svg" Type="http://schemas.openxmlformats.org/officeDocument/2006/relationships/image"/><Relationship Id="rId4" Target="../media/image55.png" Type="http://schemas.openxmlformats.org/officeDocument/2006/relationships/image"/><Relationship Id="rId5" Target="../media/image56.svg" Type="http://schemas.openxmlformats.org/officeDocument/2006/relationships/image"/><Relationship Id="rId6" Target="../media/image57.png" Type="http://schemas.openxmlformats.org/officeDocument/2006/relationships/image"/><Relationship Id="rId7" Target="../media/image58.svg" Type="http://schemas.openxmlformats.org/officeDocument/2006/relationships/image"/><Relationship Id="rId8" Target="../media/image10.png" Type="http://schemas.openxmlformats.org/officeDocument/2006/relationships/image"/><Relationship Id="rId9" Target="../media/image5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8.svg" Type="http://schemas.openxmlformats.org/officeDocument/2006/relationships/image"/><Relationship Id="rId11" Target="../media/image49.png" Type="http://schemas.openxmlformats.org/officeDocument/2006/relationships/image"/><Relationship Id="rId12" Target="../media/image50.svg" Type="http://schemas.openxmlformats.org/officeDocument/2006/relationships/image"/><Relationship Id="rId13" Target="../media/image25.jpeg" Type="http://schemas.openxmlformats.org/officeDocument/2006/relationships/image"/><Relationship Id="rId14" Target="../media/image44.png" Type="http://schemas.openxmlformats.org/officeDocument/2006/relationships/image"/><Relationship Id="rId2" Target="../media/image10.png" Type="http://schemas.openxmlformats.org/officeDocument/2006/relationships/image"/><Relationship Id="rId3" Target="../media/image45.png" Type="http://schemas.openxmlformats.org/officeDocument/2006/relationships/image"/><Relationship Id="rId4" Target="../media/image46.svg" Type="http://schemas.openxmlformats.org/officeDocument/2006/relationships/image"/><Relationship Id="rId5" Target="../media/image28.png" Type="http://schemas.openxmlformats.org/officeDocument/2006/relationships/image"/><Relationship Id="rId6" Target="../media/image29.svg" Type="http://schemas.openxmlformats.org/officeDocument/2006/relationships/image"/><Relationship Id="rId7" Target="../media/image30.png" Type="http://schemas.openxmlformats.org/officeDocument/2006/relationships/image"/><Relationship Id="rId8" Target="../media/image31.svg" Type="http://schemas.openxmlformats.org/officeDocument/2006/relationships/image"/><Relationship Id="rId9" Target="../media/image4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8.svg" Type="http://schemas.openxmlformats.org/officeDocument/2006/relationships/image"/><Relationship Id="rId11" Target="../media/image49.png" Type="http://schemas.openxmlformats.org/officeDocument/2006/relationships/image"/><Relationship Id="rId12" Target="../media/image50.svg" Type="http://schemas.openxmlformats.org/officeDocument/2006/relationships/image"/><Relationship Id="rId2" Target="../media/image10.png" Type="http://schemas.openxmlformats.org/officeDocument/2006/relationships/image"/><Relationship Id="rId3" Target="../media/image45.png" Type="http://schemas.openxmlformats.org/officeDocument/2006/relationships/image"/><Relationship Id="rId4" Target="../media/image46.svg" Type="http://schemas.openxmlformats.org/officeDocument/2006/relationships/image"/><Relationship Id="rId5" Target="../media/image28.png" Type="http://schemas.openxmlformats.org/officeDocument/2006/relationships/image"/><Relationship Id="rId6" Target="../media/image29.svg" Type="http://schemas.openxmlformats.org/officeDocument/2006/relationships/image"/><Relationship Id="rId7" Target="../media/image30.png" Type="http://schemas.openxmlformats.org/officeDocument/2006/relationships/image"/><Relationship Id="rId8" Target="../media/image31.svg" Type="http://schemas.openxmlformats.org/officeDocument/2006/relationships/image"/><Relationship Id="rId9" Target="../media/image4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0.svg" Type="http://schemas.openxmlformats.org/officeDocument/2006/relationships/image"/><Relationship Id="rId11" Target="../media/image61.png" Type="http://schemas.openxmlformats.org/officeDocument/2006/relationships/image"/><Relationship Id="rId12" Target="../media/image62.svg" Type="http://schemas.openxmlformats.org/officeDocument/2006/relationships/image"/><Relationship Id="rId13" Target="../media/image63.png" Type="http://schemas.openxmlformats.org/officeDocument/2006/relationships/image"/><Relationship Id="rId14" Target="../media/image64.svg" Type="http://schemas.openxmlformats.org/officeDocument/2006/relationships/image"/><Relationship Id="rId15" Target="../media/image65.png" Type="http://schemas.openxmlformats.org/officeDocument/2006/relationships/image"/><Relationship Id="rId16" Target="../media/image66.svg" Type="http://schemas.openxmlformats.org/officeDocument/2006/relationships/image"/><Relationship Id="rId17" Target="../media/image67.png" Type="http://schemas.openxmlformats.org/officeDocument/2006/relationships/image"/><Relationship Id="rId18" Target="../media/image68.svg" Type="http://schemas.openxmlformats.org/officeDocument/2006/relationships/image"/><Relationship Id="rId19" Target="../media/image69.png" Type="http://schemas.openxmlformats.org/officeDocument/2006/relationships/image"/><Relationship Id="rId2" Target="../media/image53.png" Type="http://schemas.openxmlformats.org/officeDocument/2006/relationships/image"/><Relationship Id="rId20" Target="../media/image70.svg" Type="http://schemas.openxmlformats.org/officeDocument/2006/relationships/image"/><Relationship Id="rId3" Target="../media/image54.svg" Type="http://schemas.openxmlformats.org/officeDocument/2006/relationships/image"/><Relationship Id="rId4" Target="../media/image55.png" Type="http://schemas.openxmlformats.org/officeDocument/2006/relationships/image"/><Relationship Id="rId5" Target="../media/image56.svg" Type="http://schemas.openxmlformats.org/officeDocument/2006/relationships/image"/><Relationship Id="rId6" Target="../media/image57.png" Type="http://schemas.openxmlformats.org/officeDocument/2006/relationships/image"/><Relationship Id="rId7" Target="../media/image58.svg" Type="http://schemas.openxmlformats.org/officeDocument/2006/relationships/image"/><Relationship Id="rId8" Target="../media/image10.png" Type="http://schemas.openxmlformats.org/officeDocument/2006/relationships/image"/><Relationship Id="rId9" Target="../media/image5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://bit.ly/2TtBDfr" TargetMode="External" Type="http://schemas.openxmlformats.org/officeDocument/2006/relationships/hyperlink"/><Relationship Id="rId11" Target="../media/image79.png" Type="http://schemas.openxmlformats.org/officeDocument/2006/relationships/image"/><Relationship Id="rId12" Target="../media/image80.svg" Type="http://schemas.openxmlformats.org/officeDocument/2006/relationships/image"/><Relationship Id="rId13" Target="../media/image81.png" Type="http://schemas.openxmlformats.org/officeDocument/2006/relationships/image"/><Relationship Id="rId14" Target="../media/image82.svg" Type="http://schemas.openxmlformats.org/officeDocument/2006/relationships/image"/><Relationship Id="rId15" Target="../media/image83.png" Type="http://schemas.openxmlformats.org/officeDocument/2006/relationships/image"/><Relationship Id="rId16" Target="../media/image84.svg" Type="http://schemas.openxmlformats.org/officeDocument/2006/relationships/image"/><Relationship Id="rId17" Target="../media/image85.png" Type="http://schemas.openxmlformats.org/officeDocument/2006/relationships/image"/><Relationship Id="rId18" Target="../media/image86.svg" Type="http://schemas.openxmlformats.org/officeDocument/2006/relationships/image"/><Relationship Id="rId19" Target="../media/image87.png" Type="http://schemas.openxmlformats.org/officeDocument/2006/relationships/image"/><Relationship Id="rId2" Target="../media/image73.png" Type="http://schemas.openxmlformats.org/officeDocument/2006/relationships/image"/><Relationship Id="rId20" Target="../media/image88.svg" Type="http://schemas.openxmlformats.org/officeDocument/2006/relationships/image"/><Relationship Id="rId21" Target="../media/image89.png" Type="http://schemas.openxmlformats.org/officeDocument/2006/relationships/image"/><Relationship Id="rId22" Target="../media/image90.svg" Type="http://schemas.openxmlformats.org/officeDocument/2006/relationships/image"/><Relationship Id="rId23" Target="../media/image91.png" Type="http://schemas.openxmlformats.org/officeDocument/2006/relationships/image"/><Relationship Id="rId24" Target="../media/image92.svg" Type="http://schemas.openxmlformats.org/officeDocument/2006/relationships/image"/><Relationship Id="rId25" Target="../media/image30.png" Type="http://schemas.openxmlformats.org/officeDocument/2006/relationships/image"/><Relationship Id="rId26" Target="../media/image93.svg" Type="http://schemas.openxmlformats.org/officeDocument/2006/relationships/image"/><Relationship Id="rId27" Target="../media/image94.svg" Type="http://schemas.openxmlformats.org/officeDocument/2006/relationships/image"/><Relationship Id="rId28" Target="../media/image95.png" Type="http://schemas.openxmlformats.org/officeDocument/2006/relationships/image"/><Relationship Id="rId29" Target="../media/image96.svg" Type="http://schemas.openxmlformats.org/officeDocument/2006/relationships/image"/><Relationship Id="rId3" Target="../media/image74.svg" Type="http://schemas.openxmlformats.org/officeDocument/2006/relationships/image"/><Relationship Id="rId30" Target="../media/image97.png" Type="http://schemas.openxmlformats.org/officeDocument/2006/relationships/image"/><Relationship Id="rId31" Target="../media/image98.svg" Type="http://schemas.openxmlformats.org/officeDocument/2006/relationships/image"/><Relationship Id="rId32" Target="../media/image99.png" Type="http://schemas.openxmlformats.org/officeDocument/2006/relationships/image"/><Relationship Id="rId33" Target="../media/image100.svg" Type="http://schemas.openxmlformats.org/officeDocument/2006/relationships/image"/><Relationship Id="rId4" Target="../media/image10.png" Type="http://schemas.openxmlformats.org/officeDocument/2006/relationships/image"/><Relationship Id="rId5" Target="../media/image75.png" Type="http://schemas.openxmlformats.org/officeDocument/2006/relationships/image"/><Relationship Id="rId6" Target="../media/image76.svg" Type="http://schemas.openxmlformats.org/officeDocument/2006/relationships/image"/><Relationship Id="rId7" Target="../media/image77.png" Type="http://schemas.openxmlformats.org/officeDocument/2006/relationships/image"/><Relationship Id="rId8" Target="../media/image78.svg" Type="http://schemas.openxmlformats.org/officeDocument/2006/relationships/image"/><Relationship Id="rId9" Target="https://bit.ly/3A1uf1Q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0221600">
            <a:off x="-2265836" y="-1442876"/>
            <a:ext cx="6090475" cy="5274002"/>
            <a:chOff x="0" y="0"/>
            <a:chExt cx="8120634" cy="70320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0634" cy="7031990"/>
            </a:xfrm>
            <a:custGeom>
              <a:avLst/>
              <a:gdLst/>
              <a:ahLst/>
              <a:cxnLst/>
              <a:rect r="r" b="b" t="t" l="l"/>
              <a:pathLst>
                <a:path h="7031990" w="8120634">
                  <a:moveTo>
                    <a:pt x="2028952" y="0"/>
                  </a:moveTo>
                  <a:lnTo>
                    <a:pt x="0" y="3514852"/>
                  </a:lnTo>
                  <a:lnTo>
                    <a:pt x="2028952" y="7031990"/>
                  </a:lnTo>
                  <a:lnTo>
                    <a:pt x="6091682" y="7031990"/>
                  </a:lnTo>
                  <a:lnTo>
                    <a:pt x="8120634" y="3514852"/>
                  </a:lnTo>
                  <a:lnTo>
                    <a:pt x="6091682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5F8FF">
                    <a:alpha val="100000"/>
                  </a:srgbClr>
                </a:gs>
                <a:gs pos="22000">
                  <a:srgbClr val="F5F8FF">
                    <a:alpha val="100000"/>
                  </a:srgbClr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000"/>
                  </a:srgbClr>
                </a:gs>
              </a:gsLst>
              <a:lin ang="10478400"/>
            </a:gradFill>
          </p:spPr>
        </p:sp>
      </p:grpSp>
      <p:grpSp>
        <p:nvGrpSpPr>
          <p:cNvPr name="Group 4" id="4"/>
          <p:cNvGrpSpPr/>
          <p:nvPr/>
        </p:nvGrpSpPr>
        <p:grpSpPr>
          <a:xfrm rot="-7778399">
            <a:off x="-5301358" y="-2877122"/>
            <a:ext cx="10710720" cy="8174164"/>
            <a:chOff x="0" y="0"/>
            <a:chExt cx="14280959" cy="1089888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281023" cy="10898886"/>
            </a:xfrm>
            <a:custGeom>
              <a:avLst/>
              <a:gdLst/>
              <a:ahLst/>
              <a:cxnLst/>
              <a:rect r="r" b="b" t="t" l="l"/>
              <a:pathLst>
                <a:path h="10898886" w="14281023">
                  <a:moveTo>
                    <a:pt x="0" y="0"/>
                  </a:moveTo>
                  <a:lnTo>
                    <a:pt x="14281023" y="0"/>
                  </a:lnTo>
                  <a:lnTo>
                    <a:pt x="14281023" y="10898886"/>
                  </a:lnTo>
                  <a:lnTo>
                    <a:pt x="0" y="108988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7294" r="0" b="-2732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883444" y="-679675"/>
            <a:ext cx="2841117" cy="5665680"/>
            <a:chOff x="0" y="0"/>
            <a:chExt cx="3788156" cy="755423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127"/>
              <a:ext cx="3788156" cy="7553960"/>
            </a:xfrm>
            <a:custGeom>
              <a:avLst/>
              <a:gdLst/>
              <a:ahLst/>
              <a:cxnLst/>
              <a:rect r="r" b="b" t="t" l="l"/>
              <a:pathLst>
                <a:path h="7553960" w="3788156">
                  <a:moveTo>
                    <a:pt x="3764915" y="0"/>
                  </a:moveTo>
                  <a:lnTo>
                    <a:pt x="2780284" y="982980"/>
                  </a:lnTo>
                  <a:lnTo>
                    <a:pt x="2775204" y="989711"/>
                  </a:lnTo>
                  <a:lnTo>
                    <a:pt x="2775204" y="3570351"/>
                  </a:lnTo>
                  <a:lnTo>
                    <a:pt x="1654175" y="4693285"/>
                  </a:lnTo>
                  <a:lnTo>
                    <a:pt x="1649095" y="4696714"/>
                  </a:lnTo>
                  <a:lnTo>
                    <a:pt x="1649095" y="6612636"/>
                  </a:lnTo>
                  <a:lnTo>
                    <a:pt x="1051179" y="7212457"/>
                  </a:lnTo>
                  <a:lnTo>
                    <a:pt x="0" y="7212457"/>
                  </a:lnTo>
                  <a:lnTo>
                    <a:pt x="0" y="7553960"/>
                  </a:lnTo>
                  <a:lnTo>
                    <a:pt x="34925" y="7553960"/>
                  </a:lnTo>
                  <a:lnTo>
                    <a:pt x="34925" y="7245858"/>
                  </a:lnTo>
                  <a:lnTo>
                    <a:pt x="1066165" y="7245858"/>
                  </a:lnTo>
                  <a:lnTo>
                    <a:pt x="1682623" y="6627622"/>
                  </a:lnTo>
                  <a:lnTo>
                    <a:pt x="1682623" y="4711700"/>
                  </a:lnTo>
                  <a:lnTo>
                    <a:pt x="2805430" y="3588766"/>
                  </a:lnTo>
                  <a:lnTo>
                    <a:pt x="2808732" y="3585337"/>
                  </a:lnTo>
                  <a:lnTo>
                    <a:pt x="2808732" y="1004570"/>
                  </a:lnTo>
                  <a:lnTo>
                    <a:pt x="3788156" y="23241"/>
                  </a:lnTo>
                  <a:lnTo>
                    <a:pt x="3764915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C0A9E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-1164669" y="-5477113"/>
            <a:ext cx="11697976" cy="11697976"/>
          </a:xfrm>
          <a:custGeom>
            <a:avLst/>
            <a:gdLst/>
            <a:ahLst/>
            <a:cxnLst/>
            <a:rect r="r" b="b" t="t" l="l"/>
            <a:pathLst>
              <a:path h="11697976" w="11697976">
                <a:moveTo>
                  <a:pt x="0" y="0"/>
                </a:moveTo>
                <a:lnTo>
                  <a:pt x="11697976" y="0"/>
                </a:lnTo>
                <a:lnTo>
                  <a:pt x="11697976" y="11697976"/>
                </a:lnTo>
                <a:lnTo>
                  <a:pt x="0" y="116979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717290" y="-1078001"/>
            <a:ext cx="14295930" cy="1657055"/>
            <a:chOff x="0" y="0"/>
            <a:chExt cx="19061240" cy="220940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2700" y="0"/>
              <a:ext cx="19035903" cy="2209419"/>
            </a:xfrm>
            <a:custGeom>
              <a:avLst/>
              <a:gdLst/>
              <a:ahLst/>
              <a:cxnLst/>
              <a:rect r="r" b="b" t="t" l="l"/>
              <a:pathLst>
                <a:path h="2209419" w="19035903">
                  <a:moveTo>
                    <a:pt x="0" y="2184019"/>
                  </a:moveTo>
                  <a:lnTo>
                    <a:pt x="12590399" y="2184019"/>
                  </a:lnTo>
                  <a:lnTo>
                    <a:pt x="12590399" y="2196719"/>
                  </a:lnTo>
                  <a:lnTo>
                    <a:pt x="12581382" y="2187702"/>
                  </a:lnTo>
                  <a:lnTo>
                    <a:pt x="14766417" y="3683"/>
                  </a:lnTo>
                  <a:cubicBezTo>
                    <a:pt x="14768830" y="1270"/>
                    <a:pt x="14772005" y="0"/>
                    <a:pt x="14775433" y="0"/>
                  </a:cubicBezTo>
                  <a:lnTo>
                    <a:pt x="19035903" y="0"/>
                  </a:lnTo>
                  <a:lnTo>
                    <a:pt x="19035903" y="25400"/>
                  </a:lnTo>
                  <a:lnTo>
                    <a:pt x="14775307" y="25400"/>
                  </a:lnTo>
                  <a:lnTo>
                    <a:pt x="14775307" y="12700"/>
                  </a:lnTo>
                  <a:lnTo>
                    <a:pt x="14784324" y="21717"/>
                  </a:lnTo>
                  <a:lnTo>
                    <a:pt x="12599416" y="2205736"/>
                  </a:lnTo>
                  <a:cubicBezTo>
                    <a:pt x="12597003" y="2208149"/>
                    <a:pt x="12593828" y="2209419"/>
                    <a:pt x="12590399" y="2209419"/>
                  </a:cubicBezTo>
                  <a:lnTo>
                    <a:pt x="0" y="2209419"/>
                  </a:lnTo>
                  <a:close/>
                </a:path>
              </a:pathLst>
            </a:custGeom>
            <a:solidFill>
              <a:srgbClr val="0C0A9E"/>
            </a:solidFill>
          </p:spPr>
        </p:sp>
      </p:grpSp>
      <p:grpSp>
        <p:nvGrpSpPr>
          <p:cNvPr name="Group 11" id="11"/>
          <p:cNvGrpSpPr/>
          <p:nvPr/>
        </p:nvGrpSpPr>
        <p:grpSpPr>
          <a:xfrm rot="5400000">
            <a:off x="1917363" y="-2837517"/>
            <a:ext cx="1154163" cy="6090475"/>
            <a:chOff x="0" y="0"/>
            <a:chExt cx="1538884" cy="812063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27" y="0"/>
              <a:ext cx="1538732" cy="8120634"/>
            </a:xfrm>
            <a:custGeom>
              <a:avLst/>
              <a:gdLst/>
              <a:ahLst/>
              <a:cxnLst/>
              <a:rect r="r" b="b" t="t" l="l"/>
              <a:pathLst>
                <a:path h="8120634" w="1538732">
                  <a:moveTo>
                    <a:pt x="1515491" y="0"/>
                  </a:moveTo>
                  <a:lnTo>
                    <a:pt x="641096" y="1349121"/>
                  </a:lnTo>
                  <a:lnTo>
                    <a:pt x="637667" y="1356868"/>
                  </a:lnTo>
                  <a:lnTo>
                    <a:pt x="637667" y="5352923"/>
                  </a:lnTo>
                  <a:lnTo>
                    <a:pt x="0" y="6331966"/>
                  </a:lnTo>
                  <a:lnTo>
                    <a:pt x="0" y="8120634"/>
                  </a:lnTo>
                  <a:lnTo>
                    <a:pt x="33274" y="8120634"/>
                  </a:lnTo>
                  <a:lnTo>
                    <a:pt x="33274" y="6355207"/>
                  </a:lnTo>
                  <a:lnTo>
                    <a:pt x="671068" y="5376037"/>
                  </a:lnTo>
                  <a:lnTo>
                    <a:pt x="671068" y="1377442"/>
                  </a:lnTo>
                  <a:lnTo>
                    <a:pt x="1538732" y="38608"/>
                  </a:lnTo>
                  <a:lnTo>
                    <a:pt x="151549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</p:sp>
      </p:grpSp>
      <p:grpSp>
        <p:nvGrpSpPr>
          <p:cNvPr name="Group 13" id="13"/>
          <p:cNvGrpSpPr/>
          <p:nvPr/>
        </p:nvGrpSpPr>
        <p:grpSpPr>
          <a:xfrm rot="5400000">
            <a:off x="1004402" y="-1908724"/>
            <a:ext cx="1373762" cy="5461921"/>
            <a:chOff x="0" y="0"/>
            <a:chExt cx="1831683" cy="728256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127"/>
              <a:ext cx="1831721" cy="7282434"/>
            </a:xfrm>
            <a:custGeom>
              <a:avLst/>
              <a:gdLst/>
              <a:ahLst/>
              <a:cxnLst/>
              <a:rect r="r" b="b" t="t" l="l"/>
              <a:pathLst>
                <a:path h="7282434" w="1831721">
                  <a:moveTo>
                    <a:pt x="1806702" y="0"/>
                  </a:moveTo>
                  <a:lnTo>
                    <a:pt x="481203" y="2050542"/>
                  </a:lnTo>
                  <a:lnTo>
                    <a:pt x="474599" y="2055749"/>
                  </a:lnTo>
                  <a:lnTo>
                    <a:pt x="474599" y="4340098"/>
                  </a:lnTo>
                  <a:lnTo>
                    <a:pt x="0" y="5072507"/>
                  </a:lnTo>
                  <a:lnTo>
                    <a:pt x="955802" y="6547485"/>
                  </a:lnTo>
                  <a:lnTo>
                    <a:pt x="955802" y="7282434"/>
                  </a:lnTo>
                  <a:lnTo>
                    <a:pt x="990727" y="7282434"/>
                  </a:lnTo>
                  <a:lnTo>
                    <a:pt x="990727" y="6526911"/>
                  </a:lnTo>
                  <a:lnTo>
                    <a:pt x="48260" y="5072507"/>
                  </a:lnTo>
                  <a:lnTo>
                    <a:pt x="509397" y="4363339"/>
                  </a:lnTo>
                  <a:lnTo>
                    <a:pt x="509397" y="2078863"/>
                  </a:lnTo>
                  <a:lnTo>
                    <a:pt x="1831721" y="38608"/>
                  </a:lnTo>
                  <a:lnTo>
                    <a:pt x="1806702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8587445" y="436321"/>
            <a:ext cx="267119" cy="267119"/>
          </a:xfrm>
          <a:custGeom>
            <a:avLst/>
            <a:gdLst/>
            <a:ahLst/>
            <a:cxnLst/>
            <a:rect r="r" b="b" t="t" l="l"/>
            <a:pathLst>
              <a:path h="267119" w="267119">
                <a:moveTo>
                  <a:pt x="0" y="0"/>
                </a:moveTo>
                <a:lnTo>
                  <a:pt x="267119" y="0"/>
                </a:lnTo>
                <a:lnTo>
                  <a:pt x="267119" y="267119"/>
                </a:lnTo>
                <a:lnTo>
                  <a:pt x="0" y="2671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440800" y="1043283"/>
            <a:ext cx="267119" cy="267119"/>
          </a:xfrm>
          <a:custGeom>
            <a:avLst/>
            <a:gdLst/>
            <a:ahLst/>
            <a:cxnLst/>
            <a:rect r="r" b="b" t="t" l="l"/>
            <a:pathLst>
              <a:path h="267119" w="267119">
                <a:moveTo>
                  <a:pt x="0" y="0"/>
                </a:moveTo>
                <a:lnTo>
                  <a:pt x="267119" y="0"/>
                </a:lnTo>
                <a:lnTo>
                  <a:pt x="267119" y="267119"/>
                </a:lnTo>
                <a:lnTo>
                  <a:pt x="0" y="26711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867681" y="1568882"/>
            <a:ext cx="267119" cy="267119"/>
          </a:xfrm>
          <a:custGeom>
            <a:avLst/>
            <a:gdLst/>
            <a:ahLst/>
            <a:cxnLst/>
            <a:rect r="r" b="b" t="t" l="l"/>
            <a:pathLst>
              <a:path h="267119" w="267119">
                <a:moveTo>
                  <a:pt x="0" y="0"/>
                </a:moveTo>
                <a:lnTo>
                  <a:pt x="267119" y="0"/>
                </a:lnTo>
                <a:lnTo>
                  <a:pt x="267119" y="267119"/>
                </a:lnTo>
                <a:lnTo>
                  <a:pt x="0" y="26711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49117" y="1568882"/>
            <a:ext cx="267119" cy="267119"/>
          </a:xfrm>
          <a:custGeom>
            <a:avLst/>
            <a:gdLst/>
            <a:ahLst/>
            <a:cxnLst/>
            <a:rect r="r" b="b" t="t" l="l"/>
            <a:pathLst>
              <a:path h="267119" w="267119">
                <a:moveTo>
                  <a:pt x="0" y="0"/>
                </a:moveTo>
                <a:lnTo>
                  <a:pt x="267119" y="0"/>
                </a:lnTo>
                <a:lnTo>
                  <a:pt x="267119" y="267119"/>
                </a:lnTo>
                <a:lnTo>
                  <a:pt x="0" y="2671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49117" y="935279"/>
            <a:ext cx="267119" cy="267119"/>
          </a:xfrm>
          <a:custGeom>
            <a:avLst/>
            <a:gdLst/>
            <a:ahLst/>
            <a:cxnLst/>
            <a:rect r="r" b="b" t="t" l="l"/>
            <a:pathLst>
              <a:path h="267119" w="267119">
                <a:moveTo>
                  <a:pt x="0" y="0"/>
                </a:moveTo>
                <a:lnTo>
                  <a:pt x="267119" y="0"/>
                </a:lnTo>
                <a:lnTo>
                  <a:pt x="267119" y="267119"/>
                </a:lnTo>
                <a:lnTo>
                  <a:pt x="0" y="2671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2771358" y="6522482"/>
            <a:ext cx="7840085" cy="5983919"/>
            <a:chOff x="0" y="0"/>
            <a:chExt cx="10453446" cy="797855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453497" cy="7978521"/>
            </a:xfrm>
            <a:custGeom>
              <a:avLst/>
              <a:gdLst/>
              <a:ahLst/>
              <a:cxnLst/>
              <a:rect r="r" b="b" t="t" l="l"/>
              <a:pathLst>
                <a:path h="7978521" w="10453497">
                  <a:moveTo>
                    <a:pt x="0" y="0"/>
                  </a:moveTo>
                  <a:lnTo>
                    <a:pt x="10453497" y="0"/>
                  </a:lnTo>
                  <a:lnTo>
                    <a:pt x="10453497" y="7978521"/>
                  </a:lnTo>
                  <a:lnTo>
                    <a:pt x="0" y="79785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22338" t="-50326" r="-9380" b="-53316"/>
              </a:stretch>
            </a:blip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15224398" y="6276242"/>
            <a:ext cx="1962722" cy="4615196"/>
          </a:xfrm>
          <a:custGeom>
            <a:avLst/>
            <a:gdLst/>
            <a:ahLst/>
            <a:cxnLst/>
            <a:rect r="r" b="b" t="t" l="l"/>
            <a:pathLst>
              <a:path h="4615196" w="1962722">
                <a:moveTo>
                  <a:pt x="0" y="0"/>
                </a:moveTo>
                <a:lnTo>
                  <a:pt x="1962722" y="0"/>
                </a:lnTo>
                <a:lnTo>
                  <a:pt x="1962722" y="4615195"/>
                </a:lnTo>
                <a:lnTo>
                  <a:pt x="0" y="461519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5542638" y="6277680"/>
            <a:ext cx="1962722" cy="4615196"/>
          </a:xfrm>
          <a:custGeom>
            <a:avLst/>
            <a:gdLst/>
            <a:ahLst/>
            <a:cxnLst/>
            <a:rect r="r" b="b" t="t" l="l"/>
            <a:pathLst>
              <a:path h="4615196" w="1962722">
                <a:moveTo>
                  <a:pt x="0" y="0"/>
                </a:moveTo>
                <a:lnTo>
                  <a:pt x="1962721" y="0"/>
                </a:lnTo>
                <a:lnTo>
                  <a:pt x="1962721" y="4615196"/>
                </a:lnTo>
                <a:lnTo>
                  <a:pt x="0" y="461519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4713201" y="7832884"/>
            <a:ext cx="1163517" cy="1164241"/>
          </a:xfrm>
          <a:custGeom>
            <a:avLst/>
            <a:gdLst/>
            <a:ahLst/>
            <a:cxnLst/>
            <a:rect r="r" b="b" t="t" l="l"/>
            <a:pathLst>
              <a:path h="1164241" w="1163517">
                <a:moveTo>
                  <a:pt x="0" y="0"/>
                </a:moveTo>
                <a:lnTo>
                  <a:pt x="1163517" y="0"/>
                </a:lnTo>
                <a:lnTo>
                  <a:pt x="1163517" y="1164240"/>
                </a:lnTo>
                <a:lnTo>
                  <a:pt x="0" y="116424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7013603" y="6079684"/>
            <a:ext cx="961196" cy="951119"/>
          </a:xfrm>
          <a:custGeom>
            <a:avLst/>
            <a:gdLst/>
            <a:ahLst/>
            <a:cxnLst/>
            <a:rect r="r" b="b" t="t" l="l"/>
            <a:pathLst>
              <a:path h="951119" w="961196">
                <a:moveTo>
                  <a:pt x="0" y="0"/>
                </a:moveTo>
                <a:lnTo>
                  <a:pt x="961196" y="0"/>
                </a:lnTo>
                <a:lnTo>
                  <a:pt x="961196" y="951119"/>
                </a:lnTo>
                <a:lnTo>
                  <a:pt x="0" y="95111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6827837" y="7378560"/>
            <a:ext cx="1399680" cy="3301203"/>
          </a:xfrm>
          <a:custGeom>
            <a:avLst/>
            <a:gdLst/>
            <a:ahLst/>
            <a:cxnLst/>
            <a:rect r="r" b="b" t="t" l="l"/>
            <a:pathLst>
              <a:path h="3301203" w="1399680">
                <a:moveTo>
                  <a:pt x="0" y="0"/>
                </a:moveTo>
                <a:lnTo>
                  <a:pt x="1399679" y="0"/>
                </a:lnTo>
                <a:lnTo>
                  <a:pt x="1399679" y="3301203"/>
                </a:lnTo>
                <a:lnTo>
                  <a:pt x="0" y="3301203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6043043" y="8997124"/>
            <a:ext cx="1808636" cy="1451524"/>
          </a:xfrm>
          <a:custGeom>
            <a:avLst/>
            <a:gdLst/>
            <a:ahLst/>
            <a:cxnLst/>
            <a:rect r="r" b="b" t="t" l="l"/>
            <a:pathLst>
              <a:path h="1451524" w="1808636">
                <a:moveTo>
                  <a:pt x="0" y="0"/>
                </a:moveTo>
                <a:lnTo>
                  <a:pt x="1808636" y="0"/>
                </a:lnTo>
                <a:lnTo>
                  <a:pt x="1808636" y="1451525"/>
                </a:lnTo>
                <a:lnTo>
                  <a:pt x="0" y="1451525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-618963" y="7235152"/>
            <a:ext cx="2895743" cy="4477083"/>
          </a:xfrm>
          <a:custGeom>
            <a:avLst/>
            <a:gdLst/>
            <a:ahLst/>
            <a:cxnLst/>
            <a:rect r="r" b="b" t="t" l="l"/>
            <a:pathLst>
              <a:path h="4477083" w="2895743">
                <a:moveTo>
                  <a:pt x="0" y="0"/>
                </a:moveTo>
                <a:lnTo>
                  <a:pt x="2895743" y="0"/>
                </a:lnTo>
                <a:lnTo>
                  <a:pt x="2895743" y="4477083"/>
                </a:lnTo>
                <a:lnTo>
                  <a:pt x="0" y="4477083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2282400" y="6977748"/>
            <a:ext cx="9588960" cy="797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NumPy implementation, training, and evaluation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2190960" y="1638005"/>
            <a:ext cx="13944238" cy="4647600"/>
            <a:chOff x="0" y="0"/>
            <a:chExt cx="18592317" cy="6196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8592319" cy="6196800"/>
            </a:xfrm>
            <a:custGeom>
              <a:avLst/>
              <a:gdLst/>
              <a:ahLst/>
              <a:cxnLst/>
              <a:rect r="r" b="b" t="t" l="l"/>
              <a:pathLst>
                <a:path h="6196800" w="18592319">
                  <a:moveTo>
                    <a:pt x="0" y="0"/>
                  </a:moveTo>
                  <a:lnTo>
                    <a:pt x="18592319" y="0"/>
                  </a:lnTo>
                  <a:lnTo>
                    <a:pt x="18592319" y="6196800"/>
                  </a:lnTo>
                  <a:lnTo>
                    <a:pt x="0" y="6196800"/>
                  </a:lnTo>
                  <a:close/>
                </a:path>
              </a:pathLst>
            </a:custGeom>
            <a:blipFill>
              <a:blip r:embed="rId26">
                <a:alphaModFix amt="0"/>
              </a:blip>
              <a:stretch>
                <a:fillRect l="0" t="-8461" r="0" b="-846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52400"/>
              <a:ext cx="18592317" cy="634920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12419"/>
                </a:lnSpc>
              </a:pPr>
              <a:r>
                <a:rPr lang="en-US" sz="9000" b="true">
                  <a:solidFill>
                    <a:srgbClr val="0C0A9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Neural Classifier </a:t>
              </a:r>
            </a:p>
          </p:txBody>
        </p:sp>
      </p:grpSp>
      <p:sp>
        <p:nvSpPr>
          <p:cNvPr name="AutoShape 33" id="33"/>
          <p:cNvSpPr/>
          <p:nvPr/>
        </p:nvSpPr>
        <p:spPr>
          <a:xfrm rot="8820">
            <a:off x="2183578" y="6615274"/>
            <a:ext cx="7701477" cy="0"/>
          </a:xfrm>
          <a:prstGeom prst="line">
            <a:avLst/>
          </a:prstGeom>
          <a:ln cap="rnd" w="9525">
            <a:solidFill>
              <a:srgbClr val="0C0A9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4" id="34"/>
          <p:cNvSpPr/>
          <p:nvPr/>
        </p:nvSpPr>
        <p:spPr>
          <a:xfrm flipH="false" flipV="false" rot="0">
            <a:off x="9789671" y="6476238"/>
            <a:ext cx="286169" cy="286169"/>
          </a:xfrm>
          <a:custGeom>
            <a:avLst/>
            <a:gdLst/>
            <a:ahLst/>
            <a:cxnLst/>
            <a:rect r="r" b="b" t="t" l="l"/>
            <a:pathLst>
              <a:path h="286169" w="286169">
                <a:moveTo>
                  <a:pt x="0" y="0"/>
                </a:moveTo>
                <a:lnTo>
                  <a:pt x="286169" y="0"/>
                </a:lnTo>
                <a:lnTo>
                  <a:pt x="286169" y="286169"/>
                </a:lnTo>
                <a:lnTo>
                  <a:pt x="0" y="286169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5400000">
            <a:off x="16026317" y="2876960"/>
            <a:ext cx="286169" cy="286169"/>
            <a:chOff x="0" y="0"/>
            <a:chExt cx="381559" cy="38155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81508" cy="381508"/>
            </a:xfrm>
            <a:custGeom>
              <a:avLst/>
              <a:gdLst/>
              <a:ahLst/>
              <a:cxnLst/>
              <a:rect r="r" b="b" t="t" l="l"/>
              <a:pathLst>
                <a:path h="381508" w="381508">
                  <a:moveTo>
                    <a:pt x="0" y="190754"/>
                  </a:moveTo>
                  <a:cubicBezTo>
                    <a:pt x="0" y="85471"/>
                    <a:pt x="85471" y="0"/>
                    <a:pt x="190754" y="0"/>
                  </a:cubicBezTo>
                  <a:lnTo>
                    <a:pt x="190754" y="12700"/>
                  </a:lnTo>
                  <a:lnTo>
                    <a:pt x="190754" y="0"/>
                  </a:lnTo>
                  <a:cubicBezTo>
                    <a:pt x="296164" y="0"/>
                    <a:pt x="381508" y="85471"/>
                    <a:pt x="381508" y="190754"/>
                  </a:cubicBezTo>
                  <a:cubicBezTo>
                    <a:pt x="381508" y="296037"/>
                    <a:pt x="296164" y="381508"/>
                    <a:pt x="190754" y="381508"/>
                  </a:cubicBezTo>
                  <a:lnTo>
                    <a:pt x="190754" y="368808"/>
                  </a:lnTo>
                  <a:lnTo>
                    <a:pt x="190754" y="381508"/>
                  </a:lnTo>
                  <a:cubicBezTo>
                    <a:pt x="85471" y="381508"/>
                    <a:pt x="0" y="296164"/>
                    <a:pt x="0" y="190754"/>
                  </a:cubicBezTo>
                  <a:lnTo>
                    <a:pt x="12700" y="190754"/>
                  </a:lnTo>
                  <a:lnTo>
                    <a:pt x="23622" y="197231"/>
                  </a:lnTo>
                  <a:cubicBezTo>
                    <a:pt x="20701" y="202184"/>
                    <a:pt x="14859" y="204470"/>
                    <a:pt x="9398" y="202946"/>
                  </a:cubicBezTo>
                  <a:cubicBezTo>
                    <a:pt x="3937" y="201422"/>
                    <a:pt x="0" y="196469"/>
                    <a:pt x="0" y="190754"/>
                  </a:cubicBezTo>
                  <a:moveTo>
                    <a:pt x="25400" y="190754"/>
                  </a:moveTo>
                  <a:lnTo>
                    <a:pt x="12700" y="190754"/>
                  </a:lnTo>
                  <a:lnTo>
                    <a:pt x="1778" y="184277"/>
                  </a:lnTo>
                  <a:cubicBezTo>
                    <a:pt x="4699" y="179324"/>
                    <a:pt x="10541" y="177038"/>
                    <a:pt x="16002" y="178562"/>
                  </a:cubicBezTo>
                  <a:cubicBezTo>
                    <a:pt x="21463" y="180086"/>
                    <a:pt x="25400" y="185039"/>
                    <a:pt x="25400" y="190754"/>
                  </a:cubicBezTo>
                  <a:cubicBezTo>
                    <a:pt x="25400" y="282067"/>
                    <a:pt x="99441" y="356108"/>
                    <a:pt x="190754" y="356108"/>
                  </a:cubicBezTo>
                  <a:cubicBezTo>
                    <a:pt x="282067" y="356108"/>
                    <a:pt x="356108" y="282067"/>
                    <a:pt x="356108" y="190754"/>
                  </a:cubicBezTo>
                  <a:lnTo>
                    <a:pt x="368808" y="190754"/>
                  </a:lnTo>
                  <a:lnTo>
                    <a:pt x="356108" y="190754"/>
                  </a:lnTo>
                  <a:cubicBezTo>
                    <a:pt x="356108" y="99441"/>
                    <a:pt x="282067" y="25400"/>
                    <a:pt x="190754" y="25400"/>
                  </a:cubicBezTo>
                  <a:lnTo>
                    <a:pt x="190754" y="12700"/>
                  </a:lnTo>
                  <a:lnTo>
                    <a:pt x="190754" y="25400"/>
                  </a:lnTo>
                  <a:cubicBezTo>
                    <a:pt x="99441" y="25400"/>
                    <a:pt x="25400" y="99441"/>
                    <a:pt x="25400" y="190754"/>
                  </a:cubicBezTo>
                  <a:close/>
                </a:path>
              </a:pathLst>
            </a:custGeom>
            <a:solidFill>
              <a:srgbClr val="0C0A9E"/>
            </a:solidFill>
          </p:spPr>
        </p:sp>
      </p:grpSp>
      <p:sp>
        <p:nvSpPr>
          <p:cNvPr name="AutoShape 37" id="37"/>
          <p:cNvSpPr/>
          <p:nvPr/>
        </p:nvSpPr>
        <p:spPr>
          <a:xfrm rot="5381160">
            <a:off x="14364167" y="1163079"/>
            <a:ext cx="3609022" cy="0"/>
          </a:xfrm>
          <a:prstGeom prst="line">
            <a:avLst/>
          </a:prstGeom>
          <a:ln cap="rnd" w="9525">
            <a:solidFill>
              <a:srgbClr val="0C0A9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8" id="38"/>
          <p:cNvGrpSpPr/>
          <p:nvPr/>
        </p:nvGrpSpPr>
        <p:grpSpPr>
          <a:xfrm rot="5400000">
            <a:off x="16095602" y="2946959"/>
            <a:ext cx="146876" cy="146876"/>
            <a:chOff x="0" y="0"/>
            <a:chExt cx="195834" cy="19583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95834" cy="195834"/>
            </a:xfrm>
            <a:custGeom>
              <a:avLst/>
              <a:gdLst/>
              <a:ahLst/>
              <a:cxnLst/>
              <a:rect r="r" b="b" t="t" l="l"/>
              <a:pathLst>
                <a:path h="195834" w="195834">
                  <a:moveTo>
                    <a:pt x="0" y="97917"/>
                  </a:moveTo>
                  <a:cubicBezTo>
                    <a:pt x="0" y="43815"/>
                    <a:pt x="43815" y="0"/>
                    <a:pt x="97917" y="0"/>
                  </a:cubicBezTo>
                  <a:cubicBezTo>
                    <a:pt x="152019" y="0"/>
                    <a:pt x="195834" y="43815"/>
                    <a:pt x="195834" y="97917"/>
                  </a:cubicBezTo>
                  <a:cubicBezTo>
                    <a:pt x="195834" y="152019"/>
                    <a:pt x="152019" y="195834"/>
                    <a:pt x="97917" y="195834"/>
                  </a:cubicBezTo>
                  <a:cubicBezTo>
                    <a:pt x="43815" y="195834"/>
                    <a:pt x="0" y="152019"/>
                    <a:pt x="0" y="97917"/>
                  </a:cubicBezTo>
                  <a:close/>
                </a:path>
              </a:pathLst>
            </a:custGeom>
            <a:solidFill>
              <a:srgbClr val="0C0A9E"/>
            </a:solidFill>
          </p:spPr>
        </p:sp>
      </p:grpSp>
      <p:sp>
        <p:nvSpPr>
          <p:cNvPr name="Freeform 40" id="40"/>
          <p:cNvSpPr/>
          <p:nvPr/>
        </p:nvSpPr>
        <p:spPr>
          <a:xfrm flipH="false" flipV="false" rot="0">
            <a:off x="12618720" y="1915201"/>
            <a:ext cx="6305760" cy="10237680"/>
          </a:xfrm>
          <a:custGeom>
            <a:avLst/>
            <a:gdLst/>
            <a:ahLst/>
            <a:cxnLst/>
            <a:rect r="r" b="b" t="t" l="l"/>
            <a:pathLst>
              <a:path h="10237680" w="6305760">
                <a:moveTo>
                  <a:pt x="0" y="0"/>
                </a:moveTo>
                <a:lnTo>
                  <a:pt x="6305760" y="0"/>
                </a:lnTo>
                <a:lnTo>
                  <a:pt x="6305760" y="10237680"/>
                </a:lnTo>
                <a:lnTo>
                  <a:pt x="0" y="10237680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15447435" y="7279757"/>
            <a:ext cx="286169" cy="286169"/>
            <a:chOff x="0" y="0"/>
            <a:chExt cx="381559" cy="38155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81508" cy="381508"/>
            </a:xfrm>
            <a:custGeom>
              <a:avLst/>
              <a:gdLst/>
              <a:ahLst/>
              <a:cxnLst/>
              <a:rect r="r" b="b" t="t" l="l"/>
              <a:pathLst>
                <a:path h="381508" w="381508">
                  <a:moveTo>
                    <a:pt x="0" y="190754"/>
                  </a:moveTo>
                  <a:cubicBezTo>
                    <a:pt x="0" y="85471"/>
                    <a:pt x="85471" y="0"/>
                    <a:pt x="190754" y="0"/>
                  </a:cubicBezTo>
                  <a:lnTo>
                    <a:pt x="190754" y="12700"/>
                  </a:lnTo>
                  <a:lnTo>
                    <a:pt x="190754" y="0"/>
                  </a:lnTo>
                  <a:cubicBezTo>
                    <a:pt x="296164" y="0"/>
                    <a:pt x="381508" y="85471"/>
                    <a:pt x="381508" y="190754"/>
                  </a:cubicBezTo>
                  <a:cubicBezTo>
                    <a:pt x="381508" y="296037"/>
                    <a:pt x="296164" y="381508"/>
                    <a:pt x="190754" y="381508"/>
                  </a:cubicBezTo>
                  <a:lnTo>
                    <a:pt x="190754" y="368808"/>
                  </a:lnTo>
                  <a:lnTo>
                    <a:pt x="190754" y="381508"/>
                  </a:lnTo>
                  <a:cubicBezTo>
                    <a:pt x="85471" y="381508"/>
                    <a:pt x="0" y="296164"/>
                    <a:pt x="0" y="190754"/>
                  </a:cubicBezTo>
                  <a:lnTo>
                    <a:pt x="12700" y="190754"/>
                  </a:lnTo>
                  <a:lnTo>
                    <a:pt x="23622" y="197231"/>
                  </a:lnTo>
                  <a:cubicBezTo>
                    <a:pt x="20701" y="202184"/>
                    <a:pt x="14859" y="204470"/>
                    <a:pt x="9398" y="202946"/>
                  </a:cubicBezTo>
                  <a:cubicBezTo>
                    <a:pt x="3937" y="201422"/>
                    <a:pt x="0" y="196469"/>
                    <a:pt x="0" y="190754"/>
                  </a:cubicBezTo>
                  <a:moveTo>
                    <a:pt x="25400" y="190754"/>
                  </a:moveTo>
                  <a:lnTo>
                    <a:pt x="12700" y="190754"/>
                  </a:lnTo>
                  <a:lnTo>
                    <a:pt x="1778" y="184277"/>
                  </a:lnTo>
                  <a:cubicBezTo>
                    <a:pt x="4699" y="179324"/>
                    <a:pt x="10541" y="177038"/>
                    <a:pt x="16002" y="178562"/>
                  </a:cubicBezTo>
                  <a:cubicBezTo>
                    <a:pt x="21463" y="180086"/>
                    <a:pt x="25400" y="185039"/>
                    <a:pt x="25400" y="190754"/>
                  </a:cubicBezTo>
                  <a:cubicBezTo>
                    <a:pt x="25400" y="282067"/>
                    <a:pt x="99441" y="356108"/>
                    <a:pt x="190754" y="356108"/>
                  </a:cubicBezTo>
                  <a:cubicBezTo>
                    <a:pt x="282067" y="356108"/>
                    <a:pt x="356108" y="282067"/>
                    <a:pt x="356108" y="190754"/>
                  </a:cubicBezTo>
                  <a:lnTo>
                    <a:pt x="368808" y="190754"/>
                  </a:lnTo>
                  <a:lnTo>
                    <a:pt x="356108" y="190754"/>
                  </a:lnTo>
                  <a:cubicBezTo>
                    <a:pt x="356108" y="99441"/>
                    <a:pt x="282067" y="25400"/>
                    <a:pt x="190754" y="25400"/>
                  </a:cubicBezTo>
                  <a:lnTo>
                    <a:pt x="190754" y="12700"/>
                  </a:lnTo>
                  <a:lnTo>
                    <a:pt x="190754" y="25400"/>
                  </a:lnTo>
                  <a:cubicBezTo>
                    <a:pt x="99441" y="25400"/>
                    <a:pt x="25400" y="99441"/>
                    <a:pt x="25400" y="190754"/>
                  </a:cubicBezTo>
                  <a:close/>
                </a:path>
              </a:pathLst>
            </a:custGeom>
            <a:solidFill>
              <a:srgbClr val="8208D5"/>
            </a:solidFill>
          </p:spPr>
        </p:sp>
      </p:grpSp>
      <p:sp>
        <p:nvSpPr>
          <p:cNvPr name="Freeform 43" id="43"/>
          <p:cNvSpPr/>
          <p:nvPr/>
        </p:nvSpPr>
        <p:spPr>
          <a:xfrm flipH="false" flipV="false" rot="0">
            <a:off x="15494403" y="7326716"/>
            <a:ext cx="191519" cy="191519"/>
          </a:xfrm>
          <a:custGeom>
            <a:avLst/>
            <a:gdLst/>
            <a:ahLst/>
            <a:cxnLst/>
            <a:rect r="r" b="b" t="t" l="l"/>
            <a:pathLst>
              <a:path h="191519" w="191519">
                <a:moveTo>
                  <a:pt x="0" y="0"/>
                </a:moveTo>
                <a:lnTo>
                  <a:pt x="191519" y="0"/>
                </a:lnTo>
                <a:lnTo>
                  <a:pt x="191519" y="191519"/>
                </a:lnTo>
                <a:lnTo>
                  <a:pt x="0" y="191519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0">
            <a:off x="14679197" y="6532397"/>
            <a:ext cx="286169" cy="286169"/>
            <a:chOff x="0" y="0"/>
            <a:chExt cx="381559" cy="38155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81508" cy="381508"/>
            </a:xfrm>
            <a:custGeom>
              <a:avLst/>
              <a:gdLst/>
              <a:ahLst/>
              <a:cxnLst/>
              <a:rect r="r" b="b" t="t" l="l"/>
              <a:pathLst>
                <a:path h="381508" w="381508">
                  <a:moveTo>
                    <a:pt x="0" y="190754"/>
                  </a:moveTo>
                  <a:cubicBezTo>
                    <a:pt x="0" y="85471"/>
                    <a:pt x="85471" y="0"/>
                    <a:pt x="190754" y="0"/>
                  </a:cubicBezTo>
                  <a:lnTo>
                    <a:pt x="190754" y="12700"/>
                  </a:lnTo>
                  <a:lnTo>
                    <a:pt x="190754" y="0"/>
                  </a:lnTo>
                  <a:cubicBezTo>
                    <a:pt x="296164" y="0"/>
                    <a:pt x="381508" y="85471"/>
                    <a:pt x="381508" y="190754"/>
                  </a:cubicBezTo>
                  <a:cubicBezTo>
                    <a:pt x="381508" y="296037"/>
                    <a:pt x="296164" y="381508"/>
                    <a:pt x="190754" y="381508"/>
                  </a:cubicBezTo>
                  <a:lnTo>
                    <a:pt x="190754" y="368808"/>
                  </a:lnTo>
                  <a:lnTo>
                    <a:pt x="190754" y="381508"/>
                  </a:lnTo>
                  <a:cubicBezTo>
                    <a:pt x="85471" y="381508"/>
                    <a:pt x="0" y="296164"/>
                    <a:pt x="0" y="190754"/>
                  </a:cubicBezTo>
                  <a:lnTo>
                    <a:pt x="12700" y="190754"/>
                  </a:lnTo>
                  <a:lnTo>
                    <a:pt x="23622" y="197231"/>
                  </a:lnTo>
                  <a:cubicBezTo>
                    <a:pt x="20701" y="202184"/>
                    <a:pt x="14859" y="204470"/>
                    <a:pt x="9398" y="202946"/>
                  </a:cubicBezTo>
                  <a:cubicBezTo>
                    <a:pt x="3937" y="201422"/>
                    <a:pt x="0" y="196469"/>
                    <a:pt x="0" y="190754"/>
                  </a:cubicBezTo>
                  <a:moveTo>
                    <a:pt x="25400" y="190754"/>
                  </a:moveTo>
                  <a:lnTo>
                    <a:pt x="12700" y="190754"/>
                  </a:lnTo>
                  <a:lnTo>
                    <a:pt x="1778" y="184277"/>
                  </a:lnTo>
                  <a:cubicBezTo>
                    <a:pt x="4699" y="179324"/>
                    <a:pt x="10541" y="177038"/>
                    <a:pt x="16002" y="178562"/>
                  </a:cubicBezTo>
                  <a:cubicBezTo>
                    <a:pt x="21463" y="180086"/>
                    <a:pt x="25400" y="185039"/>
                    <a:pt x="25400" y="190754"/>
                  </a:cubicBezTo>
                  <a:cubicBezTo>
                    <a:pt x="25400" y="282067"/>
                    <a:pt x="99441" y="356108"/>
                    <a:pt x="190754" y="356108"/>
                  </a:cubicBezTo>
                  <a:cubicBezTo>
                    <a:pt x="282067" y="356108"/>
                    <a:pt x="356108" y="282067"/>
                    <a:pt x="356108" y="190754"/>
                  </a:cubicBezTo>
                  <a:lnTo>
                    <a:pt x="368808" y="190754"/>
                  </a:lnTo>
                  <a:lnTo>
                    <a:pt x="356108" y="190754"/>
                  </a:lnTo>
                  <a:cubicBezTo>
                    <a:pt x="356108" y="99441"/>
                    <a:pt x="282067" y="25400"/>
                    <a:pt x="190754" y="25400"/>
                  </a:cubicBezTo>
                  <a:lnTo>
                    <a:pt x="190754" y="12700"/>
                  </a:lnTo>
                  <a:lnTo>
                    <a:pt x="190754" y="25400"/>
                  </a:lnTo>
                  <a:cubicBezTo>
                    <a:pt x="99441" y="25400"/>
                    <a:pt x="25400" y="99441"/>
                    <a:pt x="25400" y="190754"/>
                  </a:cubicBezTo>
                  <a:close/>
                </a:path>
              </a:pathLst>
            </a:custGeom>
            <a:solidFill>
              <a:srgbClr val="8208D5"/>
            </a:solidFill>
          </p:spPr>
        </p:sp>
      </p:grpSp>
      <p:sp>
        <p:nvSpPr>
          <p:cNvPr name="Freeform 46" id="46"/>
          <p:cNvSpPr/>
          <p:nvPr/>
        </p:nvSpPr>
        <p:spPr>
          <a:xfrm flipH="false" flipV="false" rot="0">
            <a:off x="14726879" y="6579356"/>
            <a:ext cx="191519" cy="191519"/>
          </a:xfrm>
          <a:custGeom>
            <a:avLst/>
            <a:gdLst/>
            <a:ahLst/>
            <a:cxnLst/>
            <a:rect r="r" b="b" t="t" l="l"/>
            <a:pathLst>
              <a:path h="191519" w="191519">
                <a:moveTo>
                  <a:pt x="0" y="0"/>
                </a:moveTo>
                <a:lnTo>
                  <a:pt x="191519" y="0"/>
                </a:lnTo>
                <a:lnTo>
                  <a:pt x="191519" y="191519"/>
                </a:lnTo>
                <a:lnTo>
                  <a:pt x="0" y="191519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7" id="47"/>
          <p:cNvGrpSpPr/>
          <p:nvPr/>
        </p:nvGrpSpPr>
        <p:grpSpPr>
          <a:xfrm rot="0">
            <a:off x="16666397" y="5159359"/>
            <a:ext cx="286169" cy="286169"/>
            <a:chOff x="0" y="0"/>
            <a:chExt cx="381559" cy="38155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81508" cy="381508"/>
            </a:xfrm>
            <a:custGeom>
              <a:avLst/>
              <a:gdLst/>
              <a:ahLst/>
              <a:cxnLst/>
              <a:rect r="r" b="b" t="t" l="l"/>
              <a:pathLst>
                <a:path h="381508" w="381508">
                  <a:moveTo>
                    <a:pt x="0" y="190754"/>
                  </a:moveTo>
                  <a:cubicBezTo>
                    <a:pt x="0" y="85471"/>
                    <a:pt x="85471" y="0"/>
                    <a:pt x="190754" y="0"/>
                  </a:cubicBezTo>
                  <a:lnTo>
                    <a:pt x="190754" y="12700"/>
                  </a:lnTo>
                  <a:lnTo>
                    <a:pt x="190754" y="0"/>
                  </a:lnTo>
                  <a:cubicBezTo>
                    <a:pt x="296164" y="0"/>
                    <a:pt x="381508" y="85471"/>
                    <a:pt x="381508" y="190754"/>
                  </a:cubicBezTo>
                  <a:cubicBezTo>
                    <a:pt x="381508" y="296037"/>
                    <a:pt x="296164" y="381508"/>
                    <a:pt x="190754" y="381508"/>
                  </a:cubicBezTo>
                  <a:lnTo>
                    <a:pt x="190754" y="368808"/>
                  </a:lnTo>
                  <a:lnTo>
                    <a:pt x="190754" y="381508"/>
                  </a:lnTo>
                  <a:cubicBezTo>
                    <a:pt x="85471" y="381508"/>
                    <a:pt x="0" y="296164"/>
                    <a:pt x="0" y="190754"/>
                  </a:cubicBezTo>
                  <a:lnTo>
                    <a:pt x="12700" y="190754"/>
                  </a:lnTo>
                  <a:lnTo>
                    <a:pt x="23622" y="197231"/>
                  </a:lnTo>
                  <a:cubicBezTo>
                    <a:pt x="20701" y="202184"/>
                    <a:pt x="14859" y="204470"/>
                    <a:pt x="9398" y="202946"/>
                  </a:cubicBezTo>
                  <a:cubicBezTo>
                    <a:pt x="3937" y="201422"/>
                    <a:pt x="0" y="196469"/>
                    <a:pt x="0" y="190754"/>
                  </a:cubicBezTo>
                  <a:moveTo>
                    <a:pt x="25400" y="190754"/>
                  </a:moveTo>
                  <a:lnTo>
                    <a:pt x="12700" y="190754"/>
                  </a:lnTo>
                  <a:lnTo>
                    <a:pt x="1778" y="184277"/>
                  </a:lnTo>
                  <a:cubicBezTo>
                    <a:pt x="4699" y="179324"/>
                    <a:pt x="10541" y="177038"/>
                    <a:pt x="16002" y="178562"/>
                  </a:cubicBezTo>
                  <a:cubicBezTo>
                    <a:pt x="21463" y="180086"/>
                    <a:pt x="25400" y="185039"/>
                    <a:pt x="25400" y="190754"/>
                  </a:cubicBezTo>
                  <a:cubicBezTo>
                    <a:pt x="25400" y="282067"/>
                    <a:pt x="99441" y="356108"/>
                    <a:pt x="190754" y="356108"/>
                  </a:cubicBezTo>
                  <a:cubicBezTo>
                    <a:pt x="282067" y="356108"/>
                    <a:pt x="356108" y="282067"/>
                    <a:pt x="356108" y="190754"/>
                  </a:cubicBezTo>
                  <a:lnTo>
                    <a:pt x="368808" y="190754"/>
                  </a:lnTo>
                  <a:lnTo>
                    <a:pt x="356108" y="190754"/>
                  </a:lnTo>
                  <a:cubicBezTo>
                    <a:pt x="356108" y="99441"/>
                    <a:pt x="282067" y="25400"/>
                    <a:pt x="190754" y="25400"/>
                  </a:cubicBezTo>
                  <a:lnTo>
                    <a:pt x="190754" y="12700"/>
                  </a:lnTo>
                  <a:lnTo>
                    <a:pt x="190754" y="25400"/>
                  </a:lnTo>
                  <a:cubicBezTo>
                    <a:pt x="99441" y="25400"/>
                    <a:pt x="25400" y="99441"/>
                    <a:pt x="25400" y="190754"/>
                  </a:cubicBezTo>
                  <a:close/>
                </a:path>
              </a:pathLst>
            </a:custGeom>
            <a:solidFill>
              <a:srgbClr val="8208D5"/>
            </a:solidFill>
          </p:spPr>
        </p:sp>
      </p:grpSp>
      <p:sp>
        <p:nvSpPr>
          <p:cNvPr name="Freeform 49" id="49"/>
          <p:cNvSpPr/>
          <p:nvPr/>
        </p:nvSpPr>
        <p:spPr>
          <a:xfrm flipH="false" flipV="false" rot="0">
            <a:off x="16713356" y="5207041"/>
            <a:ext cx="191519" cy="191519"/>
          </a:xfrm>
          <a:custGeom>
            <a:avLst/>
            <a:gdLst/>
            <a:ahLst/>
            <a:cxnLst/>
            <a:rect r="r" b="b" t="t" l="l"/>
            <a:pathLst>
              <a:path h="191519" w="191519">
                <a:moveTo>
                  <a:pt x="0" y="0"/>
                </a:moveTo>
                <a:lnTo>
                  <a:pt x="191519" y="0"/>
                </a:lnTo>
                <a:lnTo>
                  <a:pt x="191519" y="191519"/>
                </a:lnTo>
                <a:lnTo>
                  <a:pt x="0" y="191519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5400000">
            <a:off x="15374884" y="2286724"/>
            <a:ext cx="2841117" cy="5665680"/>
            <a:chOff x="0" y="0"/>
            <a:chExt cx="3788156" cy="755423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127"/>
              <a:ext cx="3788156" cy="7553960"/>
            </a:xfrm>
            <a:custGeom>
              <a:avLst/>
              <a:gdLst/>
              <a:ahLst/>
              <a:cxnLst/>
              <a:rect r="r" b="b" t="t" l="l"/>
              <a:pathLst>
                <a:path h="7553960" w="3788156">
                  <a:moveTo>
                    <a:pt x="3764915" y="0"/>
                  </a:moveTo>
                  <a:lnTo>
                    <a:pt x="2780284" y="982980"/>
                  </a:lnTo>
                  <a:lnTo>
                    <a:pt x="2775204" y="989711"/>
                  </a:lnTo>
                  <a:lnTo>
                    <a:pt x="2775204" y="3570351"/>
                  </a:lnTo>
                  <a:lnTo>
                    <a:pt x="1654175" y="4693285"/>
                  </a:lnTo>
                  <a:lnTo>
                    <a:pt x="1649095" y="4696714"/>
                  </a:lnTo>
                  <a:lnTo>
                    <a:pt x="1649095" y="6612636"/>
                  </a:lnTo>
                  <a:lnTo>
                    <a:pt x="1051179" y="7212457"/>
                  </a:lnTo>
                  <a:lnTo>
                    <a:pt x="0" y="7212457"/>
                  </a:lnTo>
                  <a:lnTo>
                    <a:pt x="0" y="7553960"/>
                  </a:lnTo>
                  <a:lnTo>
                    <a:pt x="34925" y="7553960"/>
                  </a:lnTo>
                  <a:lnTo>
                    <a:pt x="34925" y="7245858"/>
                  </a:lnTo>
                  <a:lnTo>
                    <a:pt x="1066165" y="7245858"/>
                  </a:lnTo>
                  <a:lnTo>
                    <a:pt x="1682623" y="6627622"/>
                  </a:lnTo>
                  <a:lnTo>
                    <a:pt x="1682623" y="4711700"/>
                  </a:lnTo>
                  <a:lnTo>
                    <a:pt x="2805430" y="3588766"/>
                  </a:lnTo>
                  <a:lnTo>
                    <a:pt x="2808732" y="3585337"/>
                  </a:lnTo>
                  <a:lnTo>
                    <a:pt x="2808732" y="1004570"/>
                  </a:lnTo>
                  <a:lnTo>
                    <a:pt x="3788156" y="23241"/>
                  </a:lnTo>
                  <a:lnTo>
                    <a:pt x="3764915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C0A9E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87284" y="-3270961"/>
            <a:ext cx="7840085" cy="5983919"/>
            <a:chOff x="0" y="0"/>
            <a:chExt cx="10453446" cy="79785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53497" cy="7978521"/>
            </a:xfrm>
            <a:custGeom>
              <a:avLst/>
              <a:gdLst/>
              <a:ahLst/>
              <a:cxnLst/>
              <a:rect r="r" b="b" t="t" l="l"/>
              <a:pathLst>
                <a:path h="7978521" w="10453497">
                  <a:moveTo>
                    <a:pt x="0" y="0"/>
                  </a:moveTo>
                  <a:lnTo>
                    <a:pt x="10453497" y="0"/>
                  </a:lnTo>
                  <a:lnTo>
                    <a:pt x="10453497" y="7978521"/>
                  </a:lnTo>
                  <a:lnTo>
                    <a:pt x="0" y="79785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2338" t="-50326" r="-9380" b="-53316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2797921" y="-2820238"/>
            <a:ext cx="6305760" cy="10237680"/>
          </a:xfrm>
          <a:custGeom>
            <a:avLst/>
            <a:gdLst/>
            <a:ahLst/>
            <a:cxnLst/>
            <a:rect r="r" b="b" t="t" l="l"/>
            <a:pathLst>
              <a:path h="10237680" w="6305760">
                <a:moveTo>
                  <a:pt x="0" y="0"/>
                </a:moveTo>
                <a:lnTo>
                  <a:pt x="6305759" y="0"/>
                </a:lnTo>
                <a:lnTo>
                  <a:pt x="6305759" y="10237679"/>
                </a:lnTo>
                <a:lnTo>
                  <a:pt x="0" y="102376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249032" y="424634"/>
            <a:ext cx="286169" cy="286169"/>
            <a:chOff x="0" y="0"/>
            <a:chExt cx="381559" cy="3815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1508" cy="381508"/>
            </a:xfrm>
            <a:custGeom>
              <a:avLst/>
              <a:gdLst/>
              <a:ahLst/>
              <a:cxnLst/>
              <a:rect r="r" b="b" t="t" l="l"/>
              <a:pathLst>
                <a:path h="381508" w="381508">
                  <a:moveTo>
                    <a:pt x="0" y="190754"/>
                  </a:moveTo>
                  <a:cubicBezTo>
                    <a:pt x="0" y="85471"/>
                    <a:pt x="85471" y="0"/>
                    <a:pt x="190754" y="0"/>
                  </a:cubicBezTo>
                  <a:lnTo>
                    <a:pt x="190754" y="12700"/>
                  </a:lnTo>
                  <a:lnTo>
                    <a:pt x="190754" y="0"/>
                  </a:lnTo>
                  <a:cubicBezTo>
                    <a:pt x="296164" y="0"/>
                    <a:pt x="381508" y="85471"/>
                    <a:pt x="381508" y="190754"/>
                  </a:cubicBezTo>
                  <a:cubicBezTo>
                    <a:pt x="381508" y="296037"/>
                    <a:pt x="296164" y="381508"/>
                    <a:pt x="190754" y="381508"/>
                  </a:cubicBezTo>
                  <a:lnTo>
                    <a:pt x="190754" y="368808"/>
                  </a:lnTo>
                  <a:lnTo>
                    <a:pt x="190754" y="381508"/>
                  </a:lnTo>
                  <a:cubicBezTo>
                    <a:pt x="85471" y="381508"/>
                    <a:pt x="0" y="296164"/>
                    <a:pt x="0" y="190754"/>
                  </a:cubicBezTo>
                  <a:lnTo>
                    <a:pt x="12700" y="190754"/>
                  </a:lnTo>
                  <a:lnTo>
                    <a:pt x="23622" y="197231"/>
                  </a:lnTo>
                  <a:cubicBezTo>
                    <a:pt x="20701" y="202184"/>
                    <a:pt x="14859" y="204470"/>
                    <a:pt x="9398" y="202946"/>
                  </a:cubicBezTo>
                  <a:cubicBezTo>
                    <a:pt x="3937" y="201422"/>
                    <a:pt x="0" y="196469"/>
                    <a:pt x="0" y="190754"/>
                  </a:cubicBezTo>
                  <a:moveTo>
                    <a:pt x="25400" y="190754"/>
                  </a:moveTo>
                  <a:lnTo>
                    <a:pt x="12700" y="190754"/>
                  </a:lnTo>
                  <a:lnTo>
                    <a:pt x="1778" y="184277"/>
                  </a:lnTo>
                  <a:cubicBezTo>
                    <a:pt x="4699" y="179324"/>
                    <a:pt x="10541" y="177038"/>
                    <a:pt x="16002" y="178562"/>
                  </a:cubicBezTo>
                  <a:cubicBezTo>
                    <a:pt x="21463" y="180086"/>
                    <a:pt x="25400" y="185039"/>
                    <a:pt x="25400" y="190754"/>
                  </a:cubicBezTo>
                  <a:cubicBezTo>
                    <a:pt x="25400" y="282067"/>
                    <a:pt x="99441" y="356108"/>
                    <a:pt x="190754" y="356108"/>
                  </a:cubicBezTo>
                  <a:cubicBezTo>
                    <a:pt x="282067" y="356108"/>
                    <a:pt x="356108" y="282067"/>
                    <a:pt x="356108" y="190754"/>
                  </a:cubicBezTo>
                  <a:lnTo>
                    <a:pt x="368808" y="190754"/>
                  </a:lnTo>
                  <a:lnTo>
                    <a:pt x="356108" y="190754"/>
                  </a:lnTo>
                  <a:cubicBezTo>
                    <a:pt x="356108" y="99441"/>
                    <a:pt x="282067" y="25400"/>
                    <a:pt x="190754" y="25400"/>
                  </a:cubicBezTo>
                  <a:lnTo>
                    <a:pt x="190754" y="12700"/>
                  </a:lnTo>
                  <a:lnTo>
                    <a:pt x="190754" y="25400"/>
                  </a:lnTo>
                  <a:cubicBezTo>
                    <a:pt x="99441" y="25400"/>
                    <a:pt x="25400" y="99441"/>
                    <a:pt x="25400" y="190754"/>
                  </a:cubicBezTo>
                  <a:close/>
                </a:path>
              </a:pathLst>
            </a:custGeom>
            <a:solidFill>
              <a:srgbClr val="8208D5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296724" y="471602"/>
            <a:ext cx="191519" cy="191519"/>
          </a:xfrm>
          <a:custGeom>
            <a:avLst/>
            <a:gdLst/>
            <a:ahLst/>
            <a:cxnLst/>
            <a:rect r="r" b="b" t="t" l="l"/>
            <a:pathLst>
              <a:path h="191519" w="191519">
                <a:moveTo>
                  <a:pt x="0" y="0"/>
                </a:moveTo>
                <a:lnTo>
                  <a:pt x="191519" y="0"/>
                </a:lnTo>
                <a:lnTo>
                  <a:pt x="191519" y="191519"/>
                </a:lnTo>
                <a:lnTo>
                  <a:pt x="0" y="1915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737445" y="1796958"/>
            <a:ext cx="286169" cy="286169"/>
            <a:chOff x="0" y="0"/>
            <a:chExt cx="381559" cy="3815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1508" cy="381508"/>
            </a:xfrm>
            <a:custGeom>
              <a:avLst/>
              <a:gdLst/>
              <a:ahLst/>
              <a:cxnLst/>
              <a:rect r="r" b="b" t="t" l="l"/>
              <a:pathLst>
                <a:path h="381508" w="381508">
                  <a:moveTo>
                    <a:pt x="0" y="190754"/>
                  </a:moveTo>
                  <a:cubicBezTo>
                    <a:pt x="0" y="85471"/>
                    <a:pt x="85471" y="0"/>
                    <a:pt x="190754" y="0"/>
                  </a:cubicBezTo>
                  <a:lnTo>
                    <a:pt x="190754" y="12700"/>
                  </a:lnTo>
                  <a:lnTo>
                    <a:pt x="190754" y="0"/>
                  </a:lnTo>
                  <a:cubicBezTo>
                    <a:pt x="296164" y="0"/>
                    <a:pt x="381508" y="85471"/>
                    <a:pt x="381508" y="190754"/>
                  </a:cubicBezTo>
                  <a:cubicBezTo>
                    <a:pt x="381508" y="296037"/>
                    <a:pt x="296164" y="381508"/>
                    <a:pt x="190754" y="381508"/>
                  </a:cubicBezTo>
                  <a:lnTo>
                    <a:pt x="190754" y="368808"/>
                  </a:lnTo>
                  <a:lnTo>
                    <a:pt x="190754" y="381508"/>
                  </a:lnTo>
                  <a:cubicBezTo>
                    <a:pt x="85471" y="381508"/>
                    <a:pt x="0" y="296164"/>
                    <a:pt x="0" y="190754"/>
                  </a:cubicBezTo>
                  <a:lnTo>
                    <a:pt x="12700" y="190754"/>
                  </a:lnTo>
                  <a:lnTo>
                    <a:pt x="23622" y="197231"/>
                  </a:lnTo>
                  <a:cubicBezTo>
                    <a:pt x="20701" y="202184"/>
                    <a:pt x="14859" y="204470"/>
                    <a:pt x="9398" y="202946"/>
                  </a:cubicBezTo>
                  <a:cubicBezTo>
                    <a:pt x="3937" y="201422"/>
                    <a:pt x="0" y="196469"/>
                    <a:pt x="0" y="190754"/>
                  </a:cubicBezTo>
                  <a:moveTo>
                    <a:pt x="25400" y="190754"/>
                  </a:moveTo>
                  <a:lnTo>
                    <a:pt x="12700" y="190754"/>
                  </a:lnTo>
                  <a:lnTo>
                    <a:pt x="1778" y="184277"/>
                  </a:lnTo>
                  <a:cubicBezTo>
                    <a:pt x="4699" y="179324"/>
                    <a:pt x="10541" y="177038"/>
                    <a:pt x="16002" y="178562"/>
                  </a:cubicBezTo>
                  <a:cubicBezTo>
                    <a:pt x="21463" y="180086"/>
                    <a:pt x="25400" y="185039"/>
                    <a:pt x="25400" y="190754"/>
                  </a:cubicBezTo>
                  <a:cubicBezTo>
                    <a:pt x="25400" y="282067"/>
                    <a:pt x="99441" y="356108"/>
                    <a:pt x="190754" y="356108"/>
                  </a:cubicBezTo>
                  <a:cubicBezTo>
                    <a:pt x="282067" y="356108"/>
                    <a:pt x="356108" y="282067"/>
                    <a:pt x="356108" y="190754"/>
                  </a:cubicBezTo>
                  <a:lnTo>
                    <a:pt x="368808" y="190754"/>
                  </a:lnTo>
                  <a:lnTo>
                    <a:pt x="356108" y="190754"/>
                  </a:lnTo>
                  <a:cubicBezTo>
                    <a:pt x="356108" y="99441"/>
                    <a:pt x="282067" y="25400"/>
                    <a:pt x="190754" y="25400"/>
                  </a:cubicBezTo>
                  <a:lnTo>
                    <a:pt x="190754" y="12700"/>
                  </a:lnTo>
                  <a:lnTo>
                    <a:pt x="190754" y="25400"/>
                  </a:lnTo>
                  <a:cubicBezTo>
                    <a:pt x="99441" y="25400"/>
                    <a:pt x="25400" y="99441"/>
                    <a:pt x="25400" y="190754"/>
                  </a:cubicBezTo>
                  <a:close/>
                </a:path>
              </a:pathLst>
            </a:custGeom>
            <a:solidFill>
              <a:srgbClr val="8208D5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-690477" y="1844640"/>
            <a:ext cx="191519" cy="191519"/>
          </a:xfrm>
          <a:custGeom>
            <a:avLst/>
            <a:gdLst/>
            <a:ahLst/>
            <a:cxnLst/>
            <a:rect r="r" b="b" t="t" l="l"/>
            <a:pathLst>
              <a:path h="191519" w="191519">
                <a:moveTo>
                  <a:pt x="0" y="0"/>
                </a:moveTo>
                <a:lnTo>
                  <a:pt x="191519" y="0"/>
                </a:lnTo>
                <a:lnTo>
                  <a:pt x="191519" y="191519"/>
                </a:lnTo>
                <a:lnTo>
                  <a:pt x="0" y="1915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30794" y="2544318"/>
            <a:ext cx="286169" cy="286169"/>
            <a:chOff x="0" y="0"/>
            <a:chExt cx="381559" cy="3815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1508" cy="381508"/>
            </a:xfrm>
            <a:custGeom>
              <a:avLst/>
              <a:gdLst/>
              <a:ahLst/>
              <a:cxnLst/>
              <a:rect r="r" b="b" t="t" l="l"/>
              <a:pathLst>
                <a:path h="381508" w="381508">
                  <a:moveTo>
                    <a:pt x="0" y="190754"/>
                  </a:moveTo>
                  <a:cubicBezTo>
                    <a:pt x="0" y="85471"/>
                    <a:pt x="85471" y="0"/>
                    <a:pt x="190754" y="0"/>
                  </a:cubicBezTo>
                  <a:lnTo>
                    <a:pt x="190754" y="12700"/>
                  </a:lnTo>
                  <a:lnTo>
                    <a:pt x="190754" y="0"/>
                  </a:lnTo>
                  <a:cubicBezTo>
                    <a:pt x="296164" y="0"/>
                    <a:pt x="381508" y="85471"/>
                    <a:pt x="381508" y="190754"/>
                  </a:cubicBezTo>
                  <a:cubicBezTo>
                    <a:pt x="381508" y="296037"/>
                    <a:pt x="296164" y="381508"/>
                    <a:pt x="190754" y="381508"/>
                  </a:cubicBezTo>
                  <a:lnTo>
                    <a:pt x="190754" y="368808"/>
                  </a:lnTo>
                  <a:lnTo>
                    <a:pt x="190754" y="381508"/>
                  </a:lnTo>
                  <a:cubicBezTo>
                    <a:pt x="85471" y="381508"/>
                    <a:pt x="0" y="296164"/>
                    <a:pt x="0" y="190754"/>
                  </a:cubicBezTo>
                  <a:lnTo>
                    <a:pt x="12700" y="190754"/>
                  </a:lnTo>
                  <a:lnTo>
                    <a:pt x="23622" y="197231"/>
                  </a:lnTo>
                  <a:cubicBezTo>
                    <a:pt x="20701" y="202184"/>
                    <a:pt x="14859" y="204470"/>
                    <a:pt x="9398" y="202946"/>
                  </a:cubicBezTo>
                  <a:cubicBezTo>
                    <a:pt x="3937" y="201422"/>
                    <a:pt x="0" y="196469"/>
                    <a:pt x="0" y="190754"/>
                  </a:cubicBezTo>
                  <a:moveTo>
                    <a:pt x="25400" y="190754"/>
                  </a:moveTo>
                  <a:lnTo>
                    <a:pt x="12700" y="190754"/>
                  </a:lnTo>
                  <a:lnTo>
                    <a:pt x="1778" y="184277"/>
                  </a:lnTo>
                  <a:cubicBezTo>
                    <a:pt x="4699" y="179324"/>
                    <a:pt x="10541" y="177038"/>
                    <a:pt x="16002" y="178562"/>
                  </a:cubicBezTo>
                  <a:cubicBezTo>
                    <a:pt x="21463" y="180086"/>
                    <a:pt x="25400" y="185039"/>
                    <a:pt x="25400" y="190754"/>
                  </a:cubicBezTo>
                  <a:cubicBezTo>
                    <a:pt x="25400" y="282067"/>
                    <a:pt x="99441" y="356108"/>
                    <a:pt x="190754" y="356108"/>
                  </a:cubicBezTo>
                  <a:cubicBezTo>
                    <a:pt x="282067" y="356108"/>
                    <a:pt x="356108" y="282067"/>
                    <a:pt x="356108" y="190754"/>
                  </a:cubicBezTo>
                  <a:lnTo>
                    <a:pt x="368808" y="190754"/>
                  </a:lnTo>
                  <a:lnTo>
                    <a:pt x="356108" y="190754"/>
                  </a:lnTo>
                  <a:cubicBezTo>
                    <a:pt x="356108" y="99441"/>
                    <a:pt x="282067" y="25400"/>
                    <a:pt x="190754" y="25400"/>
                  </a:cubicBezTo>
                  <a:lnTo>
                    <a:pt x="190754" y="12700"/>
                  </a:lnTo>
                  <a:lnTo>
                    <a:pt x="190754" y="25400"/>
                  </a:lnTo>
                  <a:cubicBezTo>
                    <a:pt x="99441" y="25400"/>
                    <a:pt x="25400" y="99441"/>
                    <a:pt x="25400" y="190754"/>
                  </a:cubicBezTo>
                  <a:close/>
                </a:path>
              </a:pathLst>
            </a:custGeom>
            <a:solidFill>
              <a:srgbClr val="8208D5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77762" y="2592000"/>
            <a:ext cx="191519" cy="191519"/>
          </a:xfrm>
          <a:custGeom>
            <a:avLst/>
            <a:gdLst/>
            <a:ahLst/>
            <a:cxnLst/>
            <a:rect r="r" b="b" t="t" l="l"/>
            <a:pathLst>
              <a:path h="191519" w="191519">
                <a:moveTo>
                  <a:pt x="0" y="0"/>
                </a:moveTo>
                <a:lnTo>
                  <a:pt x="191519" y="0"/>
                </a:lnTo>
                <a:lnTo>
                  <a:pt x="191519" y="191519"/>
                </a:lnTo>
                <a:lnTo>
                  <a:pt x="0" y="1915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0716" y="-1846078"/>
            <a:ext cx="175679" cy="4302719"/>
          </a:xfrm>
          <a:custGeom>
            <a:avLst/>
            <a:gdLst/>
            <a:ahLst/>
            <a:cxnLst/>
            <a:rect r="r" b="b" t="t" l="l"/>
            <a:pathLst>
              <a:path h="4302719" w="175679">
                <a:moveTo>
                  <a:pt x="0" y="0"/>
                </a:moveTo>
                <a:lnTo>
                  <a:pt x="175679" y="0"/>
                </a:lnTo>
                <a:lnTo>
                  <a:pt x="175679" y="4302718"/>
                </a:lnTo>
                <a:lnTo>
                  <a:pt x="0" y="430271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70243" y="-1589761"/>
            <a:ext cx="175679" cy="4302719"/>
          </a:xfrm>
          <a:custGeom>
            <a:avLst/>
            <a:gdLst/>
            <a:ahLst/>
            <a:cxnLst/>
            <a:rect r="r" b="b" t="t" l="l"/>
            <a:pathLst>
              <a:path h="4302719" w="175679">
                <a:moveTo>
                  <a:pt x="0" y="0"/>
                </a:moveTo>
                <a:lnTo>
                  <a:pt x="175679" y="0"/>
                </a:lnTo>
                <a:lnTo>
                  <a:pt x="175679" y="4302719"/>
                </a:lnTo>
                <a:lnTo>
                  <a:pt x="0" y="43027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5400000">
            <a:off x="851040" y="-2706481"/>
            <a:ext cx="2061362" cy="5503678"/>
            <a:chOff x="0" y="0"/>
            <a:chExt cx="2748483" cy="733823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127"/>
              <a:ext cx="2748534" cy="7337933"/>
            </a:xfrm>
            <a:custGeom>
              <a:avLst/>
              <a:gdLst/>
              <a:ahLst/>
              <a:cxnLst/>
              <a:rect r="r" b="b" t="t" l="l"/>
              <a:pathLst>
                <a:path h="7337933" w="2748534">
                  <a:moveTo>
                    <a:pt x="2731643" y="0"/>
                  </a:moveTo>
                  <a:lnTo>
                    <a:pt x="2017268" y="954913"/>
                  </a:lnTo>
                  <a:lnTo>
                    <a:pt x="2013585" y="961390"/>
                  </a:lnTo>
                  <a:lnTo>
                    <a:pt x="2013585" y="3468243"/>
                  </a:lnTo>
                  <a:lnTo>
                    <a:pt x="1200277" y="4559173"/>
                  </a:lnTo>
                  <a:lnTo>
                    <a:pt x="1196594" y="4562475"/>
                  </a:lnTo>
                  <a:lnTo>
                    <a:pt x="1196594" y="6423660"/>
                  </a:lnTo>
                  <a:lnTo>
                    <a:pt x="762635" y="7006209"/>
                  </a:lnTo>
                  <a:lnTo>
                    <a:pt x="0" y="7006209"/>
                  </a:lnTo>
                  <a:lnTo>
                    <a:pt x="0" y="7337933"/>
                  </a:lnTo>
                  <a:lnTo>
                    <a:pt x="25400" y="7337933"/>
                  </a:lnTo>
                  <a:lnTo>
                    <a:pt x="25400" y="7038721"/>
                  </a:lnTo>
                  <a:lnTo>
                    <a:pt x="773557" y="7038721"/>
                  </a:lnTo>
                  <a:lnTo>
                    <a:pt x="1220851" y="6438265"/>
                  </a:lnTo>
                  <a:lnTo>
                    <a:pt x="1220851" y="4576953"/>
                  </a:lnTo>
                  <a:lnTo>
                    <a:pt x="2035429" y="3486150"/>
                  </a:lnTo>
                  <a:lnTo>
                    <a:pt x="2037842" y="3482848"/>
                  </a:lnTo>
                  <a:lnTo>
                    <a:pt x="2037842" y="975868"/>
                  </a:lnTo>
                  <a:lnTo>
                    <a:pt x="2748534" y="22606"/>
                  </a:lnTo>
                  <a:lnTo>
                    <a:pt x="2731643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C0A9E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-503996" y="521999"/>
            <a:ext cx="960482" cy="961920"/>
          </a:xfrm>
          <a:custGeom>
            <a:avLst/>
            <a:gdLst/>
            <a:ahLst/>
            <a:cxnLst/>
            <a:rect r="r" b="b" t="t" l="l"/>
            <a:pathLst>
              <a:path h="961920" w="960482">
                <a:moveTo>
                  <a:pt x="0" y="0"/>
                </a:moveTo>
                <a:lnTo>
                  <a:pt x="960482" y="0"/>
                </a:lnTo>
                <a:lnTo>
                  <a:pt x="960482" y="961920"/>
                </a:lnTo>
                <a:lnTo>
                  <a:pt x="0" y="9619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7682477" y="5796725"/>
            <a:ext cx="961196" cy="951119"/>
          </a:xfrm>
          <a:custGeom>
            <a:avLst/>
            <a:gdLst/>
            <a:ahLst/>
            <a:cxnLst/>
            <a:rect r="r" b="b" t="t" l="l"/>
            <a:pathLst>
              <a:path h="951119" w="961196">
                <a:moveTo>
                  <a:pt x="0" y="0"/>
                </a:moveTo>
                <a:lnTo>
                  <a:pt x="961196" y="0"/>
                </a:lnTo>
                <a:lnTo>
                  <a:pt x="961196" y="951118"/>
                </a:lnTo>
                <a:lnTo>
                  <a:pt x="0" y="95111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3439518" y="6240237"/>
            <a:ext cx="7840085" cy="5983919"/>
            <a:chOff x="0" y="0"/>
            <a:chExt cx="10453446" cy="797855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453497" cy="7978521"/>
            </a:xfrm>
            <a:custGeom>
              <a:avLst/>
              <a:gdLst/>
              <a:ahLst/>
              <a:cxnLst/>
              <a:rect r="r" b="b" t="t" l="l"/>
              <a:pathLst>
                <a:path h="7978521" w="10453497">
                  <a:moveTo>
                    <a:pt x="0" y="0"/>
                  </a:moveTo>
                  <a:lnTo>
                    <a:pt x="10453497" y="0"/>
                  </a:lnTo>
                  <a:lnTo>
                    <a:pt x="10453497" y="7978521"/>
                  </a:lnTo>
                  <a:lnTo>
                    <a:pt x="0" y="79785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2338" t="-50326" r="-9380" b="-53316"/>
              </a:stretch>
            </a:blip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17496720" y="7095601"/>
            <a:ext cx="1398956" cy="3301917"/>
          </a:xfrm>
          <a:custGeom>
            <a:avLst/>
            <a:gdLst/>
            <a:ahLst/>
            <a:cxnLst/>
            <a:rect r="r" b="b" t="t" l="l"/>
            <a:pathLst>
              <a:path h="3301917" w="1398956">
                <a:moveTo>
                  <a:pt x="0" y="0"/>
                </a:moveTo>
                <a:lnTo>
                  <a:pt x="1398956" y="0"/>
                </a:lnTo>
                <a:lnTo>
                  <a:pt x="1398956" y="3301918"/>
                </a:lnTo>
                <a:lnTo>
                  <a:pt x="0" y="330191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6711203" y="8714880"/>
            <a:ext cx="1808636" cy="1450800"/>
          </a:xfrm>
          <a:custGeom>
            <a:avLst/>
            <a:gdLst/>
            <a:ahLst/>
            <a:cxnLst/>
            <a:rect r="r" b="b" t="t" l="l"/>
            <a:pathLst>
              <a:path h="1450800" w="1808636">
                <a:moveTo>
                  <a:pt x="0" y="0"/>
                </a:moveTo>
                <a:lnTo>
                  <a:pt x="1808635" y="0"/>
                </a:lnTo>
                <a:lnTo>
                  <a:pt x="1808635" y="1450800"/>
                </a:lnTo>
                <a:lnTo>
                  <a:pt x="0" y="1450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5892558" y="5993282"/>
            <a:ext cx="1962722" cy="4615196"/>
          </a:xfrm>
          <a:custGeom>
            <a:avLst/>
            <a:gdLst/>
            <a:ahLst/>
            <a:cxnLst/>
            <a:rect r="r" b="b" t="t" l="l"/>
            <a:pathLst>
              <a:path h="4615196" w="1962722">
                <a:moveTo>
                  <a:pt x="0" y="0"/>
                </a:moveTo>
                <a:lnTo>
                  <a:pt x="1962721" y="0"/>
                </a:lnTo>
                <a:lnTo>
                  <a:pt x="1962721" y="4615196"/>
                </a:lnTo>
                <a:lnTo>
                  <a:pt x="0" y="461519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6211521" y="5994721"/>
            <a:ext cx="1962722" cy="4615196"/>
          </a:xfrm>
          <a:custGeom>
            <a:avLst/>
            <a:gdLst/>
            <a:ahLst/>
            <a:cxnLst/>
            <a:rect r="r" b="b" t="t" l="l"/>
            <a:pathLst>
              <a:path h="4615196" w="1962722">
                <a:moveTo>
                  <a:pt x="0" y="0"/>
                </a:moveTo>
                <a:lnTo>
                  <a:pt x="1962722" y="0"/>
                </a:lnTo>
                <a:lnTo>
                  <a:pt x="1962722" y="4615196"/>
                </a:lnTo>
                <a:lnTo>
                  <a:pt x="0" y="461519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4933998" y="9623355"/>
            <a:ext cx="286893" cy="286893"/>
            <a:chOff x="0" y="0"/>
            <a:chExt cx="382524" cy="38252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82524" cy="382524"/>
            </a:xfrm>
            <a:custGeom>
              <a:avLst/>
              <a:gdLst/>
              <a:ahLst/>
              <a:cxnLst/>
              <a:rect r="r" b="b" t="t" l="l"/>
              <a:pathLst>
                <a:path h="382524" w="382524">
                  <a:moveTo>
                    <a:pt x="0" y="191262"/>
                  </a:moveTo>
                  <a:cubicBezTo>
                    <a:pt x="0" y="85598"/>
                    <a:pt x="85598" y="0"/>
                    <a:pt x="191262" y="0"/>
                  </a:cubicBezTo>
                  <a:lnTo>
                    <a:pt x="191262" y="12700"/>
                  </a:lnTo>
                  <a:lnTo>
                    <a:pt x="191262" y="0"/>
                  </a:lnTo>
                  <a:cubicBezTo>
                    <a:pt x="296926" y="0"/>
                    <a:pt x="382524" y="85598"/>
                    <a:pt x="382524" y="191262"/>
                  </a:cubicBezTo>
                  <a:cubicBezTo>
                    <a:pt x="382524" y="296926"/>
                    <a:pt x="296926" y="382524"/>
                    <a:pt x="191262" y="382524"/>
                  </a:cubicBezTo>
                  <a:lnTo>
                    <a:pt x="191262" y="369824"/>
                  </a:lnTo>
                  <a:lnTo>
                    <a:pt x="191262" y="382524"/>
                  </a:lnTo>
                  <a:cubicBezTo>
                    <a:pt x="85598" y="382524"/>
                    <a:pt x="0" y="296926"/>
                    <a:pt x="0" y="191262"/>
                  </a:cubicBezTo>
                  <a:lnTo>
                    <a:pt x="12700" y="191262"/>
                  </a:lnTo>
                  <a:lnTo>
                    <a:pt x="23622" y="197739"/>
                  </a:lnTo>
                  <a:cubicBezTo>
                    <a:pt x="20701" y="202692"/>
                    <a:pt x="14859" y="204978"/>
                    <a:pt x="9398" y="203454"/>
                  </a:cubicBezTo>
                  <a:cubicBezTo>
                    <a:pt x="3937" y="201930"/>
                    <a:pt x="0" y="196977"/>
                    <a:pt x="0" y="191262"/>
                  </a:cubicBezTo>
                  <a:moveTo>
                    <a:pt x="25400" y="191262"/>
                  </a:moveTo>
                  <a:lnTo>
                    <a:pt x="12700" y="191262"/>
                  </a:lnTo>
                  <a:lnTo>
                    <a:pt x="1778" y="184785"/>
                  </a:lnTo>
                  <a:cubicBezTo>
                    <a:pt x="4699" y="179832"/>
                    <a:pt x="10541" y="177546"/>
                    <a:pt x="16002" y="179070"/>
                  </a:cubicBezTo>
                  <a:cubicBezTo>
                    <a:pt x="21463" y="180594"/>
                    <a:pt x="25400" y="185547"/>
                    <a:pt x="25400" y="191262"/>
                  </a:cubicBezTo>
                  <a:cubicBezTo>
                    <a:pt x="25400" y="282829"/>
                    <a:pt x="99695" y="357124"/>
                    <a:pt x="191262" y="357124"/>
                  </a:cubicBezTo>
                  <a:cubicBezTo>
                    <a:pt x="282829" y="357124"/>
                    <a:pt x="357124" y="282829"/>
                    <a:pt x="357124" y="191262"/>
                  </a:cubicBezTo>
                  <a:lnTo>
                    <a:pt x="369824" y="191262"/>
                  </a:lnTo>
                  <a:lnTo>
                    <a:pt x="357124" y="191262"/>
                  </a:lnTo>
                  <a:cubicBezTo>
                    <a:pt x="357124" y="99695"/>
                    <a:pt x="282829" y="25400"/>
                    <a:pt x="191262" y="25400"/>
                  </a:cubicBezTo>
                  <a:lnTo>
                    <a:pt x="191262" y="12700"/>
                  </a:lnTo>
                  <a:lnTo>
                    <a:pt x="191262" y="25400"/>
                  </a:lnTo>
                  <a:cubicBezTo>
                    <a:pt x="99695" y="25400"/>
                    <a:pt x="25400" y="99695"/>
                    <a:pt x="25400" y="191262"/>
                  </a:cubicBezTo>
                  <a:close/>
                </a:path>
              </a:pathLst>
            </a:custGeom>
            <a:solidFill>
              <a:srgbClr val="0C0A9E"/>
            </a:solidFill>
          </p:spPr>
        </p:sp>
      </p:grpSp>
      <p:sp>
        <p:nvSpPr>
          <p:cNvPr name="AutoShape 28" id="28"/>
          <p:cNvSpPr/>
          <p:nvPr/>
        </p:nvSpPr>
        <p:spPr>
          <a:xfrm rot="7620">
            <a:off x="-3915537" y="9762401"/>
            <a:ext cx="8944908" cy="0"/>
          </a:xfrm>
          <a:prstGeom prst="line">
            <a:avLst/>
          </a:prstGeom>
          <a:ln cap="rnd" w="9525">
            <a:solidFill>
              <a:srgbClr val="0C0A9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9" id="29"/>
          <p:cNvGrpSpPr/>
          <p:nvPr/>
        </p:nvGrpSpPr>
        <p:grpSpPr>
          <a:xfrm rot="0">
            <a:off x="5003282" y="9693364"/>
            <a:ext cx="146876" cy="146876"/>
            <a:chOff x="0" y="0"/>
            <a:chExt cx="195834" cy="19583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95834" cy="195834"/>
            </a:xfrm>
            <a:custGeom>
              <a:avLst/>
              <a:gdLst/>
              <a:ahLst/>
              <a:cxnLst/>
              <a:rect r="r" b="b" t="t" l="l"/>
              <a:pathLst>
                <a:path h="195834" w="195834">
                  <a:moveTo>
                    <a:pt x="0" y="97917"/>
                  </a:moveTo>
                  <a:cubicBezTo>
                    <a:pt x="0" y="43815"/>
                    <a:pt x="43815" y="0"/>
                    <a:pt x="97917" y="0"/>
                  </a:cubicBezTo>
                  <a:cubicBezTo>
                    <a:pt x="152019" y="0"/>
                    <a:pt x="195834" y="43815"/>
                    <a:pt x="195834" y="97917"/>
                  </a:cubicBezTo>
                  <a:cubicBezTo>
                    <a:pt x="195834" y="152019"/>
                    <a:pt x="152019" y="195834"/>
                    <a:pt x="97917" y="195834"/>
                  </a:cubicBezTo>
                  <a:cubicBezTo>
                    <a:pt x="43815" y="195834"/>
                    <a:pt x="0" y="152019"/>
                    <a:pt x="0" y="97917"/>
                  </a:cubicBezTo>
                  <a:close/>
                </a:path>
              </a:pathLst>
            </a:custGeom>
            <a:solidFill>
              <a:srgbClr val="0C0A9E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392117" y="1576997"/>
            <a:ext cx="6285605" cy="1934642"/>
            <a:chOff x="0" y="0"/>
            <a:chExt cx="8380806" cy="257952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380800" cy="2579521"/>
            </a:xfrm>
            <a:custGeom>
              <a:avLst/>
              <a:gdLst/>
              <a:ahLst/>
              <a:cxnLst/>
              <a:rect r="r" b="b" t="t" l="l"/>
              <a:pathLst>
                <a:path h="2579521" w="8380800">
                  <a:moveTo>
                    <a:pt x="0" y="0"/>
                  </a:moveTo>
                  <a:lnTo>
                    <a:pt x="8380800" y="0"/>
                  </a:lnTo>
                  <a:lnTo>
                    <a:pt x="8380800" y="2579521"/>
                  </a:lnTo>
                  <a:lnTo>
                    <a:pt x="0" y="2579521"/>
                  </a:lnTo>
                  <a:close/>
                </a:path>
              </a:pathLst>
            </a:custGeom>
            <a:blipFill>
              <a:blip r:embed="rId22">
                <a:alphaModFix amt="0"/>
              </a:blip>
              <a:stretch>
                <a:fillRect l="-25424" t="0" r="-25424" b="-9099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8380806" cy="2579522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C0A9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Introduction</a:t>
              </a: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-149762" y="3532318"/>
            <a:ext cx="961196" cy="961196"/>
          </a:xfrm>
          <a:custGeom>
            <a:avLst/>
            <a:gdLst/>
            <a:ahLst/>
            <a:cxnLst/>
            <a:rect r="r" b="b" t="t" l="l"/>
            <a:pathLst>
              <a:path h="961196" w="961196">
                <a:moveTo>
                  <a:pt x="0" y="0"/>
                </a:moveTo>
                <a:lnTo>
                  <a:pt x="961197" y="0"/>
                </a:lnTo>
                <a:lnTo>
                  <a:pt x="961197" y="961196"/>
                </a:lnTo>
                <a:lnTo>
                  <a:pt x="0" y="961196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7899664" y="1555928"/>
            <a:ext cx="8589597" cy="8137436"/>
            <a:chOff x="0" y="0"/>
            <a:chExt cx="11452796" cy="1084991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452860" cy="10849864"/>
            </a:xfrm>
            <a:custGeom>
              <a:avLst/>
              <a:gdLst/>
              <a:ahLst/>
              <a:cxnLst/>
              <a:rect r="r" b="b" t="t" l="l"/>
              <a:pathLst>
                <a:path h="10849864" w="11452860">
                  <a:moveTo>
                    <a:pt x="0" y="0"/>
                  </a:moveTo>
                  <a:lnTo>
                    <a:pt x="9644507" y="0"/>
                  </a:lnTo>
                  <a:lnTo>
                    <a:pt x="11452860" y="1808353"/>
                  </a:lnTo>
                  <a:lnTo>
                    <a:pt x="11452860" y="10849864"/>
                  </a:lnTo>
                  <a:lnTo>
                    <a:pt x="0" y="10849864"/>
                  </a:lnTo>
                  <a:close/>
                </a:path>
              </a:pathLst>
            </a:custGeom>
            <a:blipFill>
              <a:blip r:embed="rId25"/>
              <a:stretch>
                <a:fillRect l="0" t="-122" r="-68831" b="-122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166477" y="3760221"/>
            <a:ext cx="6285731" cy="5456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0"/>
              </a:lnSpc>
            </a:pPr>
            <a:r>
              <a:rPr lang="en-US" sz="2883" b="true">
                <a:solidFill>
                  <a:srgbClr val="1D1D1D"/>
                </a:solidFill>
                <a:latin typeface="Poppins Bold"/>
                <a:ea typeface="Poppins Bold"/>
                <a:cs typeface="Poppins Bold"/>
                <a:sym typeface="Poppins Bold"/>
              </a:rPr>
              <a:t>This presentation outlines a from-scratch NumPy </a:t>
            </a:r>
            <a:r>
              <a:rPr lang="en-US" sz="2883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implementation of a binary neural network, covering *architecture design*, manual backpropagation, and regularization.</a:t>
            </a:r>
          </a:p>
          <a:p>
            <a:pPr algn="ctr">
              <a:lnSpc>
                <a:spcPts val="3460"/>
              </a:lnSpc>
            </a:pPr>
          </a:p>
          <a:p>
            <a:pPr algn="l">
              <a:lnSpc>
                <a:spcPts val="3114"/>
              </a:lnSpc>
            </a:pPr>
            <a:r>
              <a:rPr lang="en-US" sz="2883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It summarizes experiments comparing **activation functions** and hyperparameter tuning results to guide model selection and training strategies.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730479" y="-2295363"/>
            <a:ext cx="7465676" cy="5697360"/>
            <a:chOff x="0" y="0"/>
            <a:chExt cx="9954235" cy="7596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54260" cy="7596505"/>
            </a:xfrm>
            <a:custGeom>
              <a:avLst/>
              <a:gdLst/>
              <a:ahLst/>
              <a:cxnLst/>
              <a:rect r="r" b="b" t="t" l="l"/>
              <a:pathLst>
                <a:path h="7596505" w="9954260">
                  <a:moveTo>
                    <a:pt x="0" y="0"/>
                  </a:moveTo>
                  <a:lnTo>
                    <a:pt x="9954260" y="0"/>
                  </a:lnTo>
                  <a:lnTo>
                    <a:pt x="9954260" y="7596505"/>
                  </a:lnTo>
                  <a:lnTo>
                    <a:pt x="0" y="75965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2338" t="-50332" r="-9380" b="-53336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089762" y="1080002"/>
            <a:ext cx="3036237" cy="6060243"/>
          </a:xfrm>
          <a:custGeom>
            <a:avLst/>
            <a:gdLst/>
            <a:ahLst/>
            <a:cxnLst/>
            <a:rect r="r" b="b" t="t" l="l"/>
            <a:pathLst>
              <a:path h="6060243" w="3036237">
                <a:moveTo>
                  <a:pt x="0" y="0"/>
                </a:moveTo>
                <a:lnTo>
                  <a:pt x="3036237" y="0"/>
                </a:lnTo>
                <a:lnTo>
                  <a:pt x="3036237" y="6060243"/>
                </a:lnTo>
                <a:lnTo>
                  <a:pt x="0" y="60602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5400000">
            <a:off x="16501682" y="-1753924"/>
            <a:ext cx="2841117" cy="5665680"/>
            <a:chOff x="0" y="0"/>
            <a:chExt cx="3788156" cy="755423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127"/>
              <a:ext cx="3788156" cy="7553960"/>
            </a:xfrm>
            <a:custGeom>
              <a:avLst/>
              <a:gdLst/>
              <a:ahLst/>
              <a:cxnLst/>
              <a:rect r="r" b="b" t="t" l="l"/>
              <a:pathLst>
                <a:path h="7553960" w="3788156">
                  <a:moveTo>
                    <a:pt x="3764915" y="0"/>
                  </a:moveTo>
                  <a:lnTo>
                    <a:pt x="2780284" y="982980"/>
                  </a:lnTo>
                  <a:lnTo>
                    <a:pt x="2775204" y="989711"/>
                  </a:lnTo>
                  <a:lnTo>
                    <a:pt x="2775204" y="3570351"/>
                  </a:lnTo>
                  <a:lnTo>
                    <a:pt x="1654175" y="4693285"/>
                  </a:lnTo>
                  <a:lnTo>
                    <a:pt x="1649095" y="4696714"/>
                  </a:lnTo>
                  <a:lnTo>
                    <a:pt x="1649095" y="6612636"/>
                  </a:lnTo>
                  <a:lnTo>
                    <a:pt x="1051179" y="7212457"/>
                  </a:lnTo>
                  <a:lnTo>
                    <a:pt x="0" y="7212457"/>
                  </a:lnTo>
                  <a:lnTo>
                    <a:pt x="0" y="7553960"/>
                  </a:lnTo>
                  <a:lnTo>
                    <a:pt x="34925" y="7553960"/>
                  </a:lnTo>
                  <a:lnTo>
                    <a:pt x="34925" y="7245858"/>
                  </a:lnTo>
                  <a:lnTo>
                    <a:pt x="1066165" y="7245858"/>
                  </a:lnTo>
                  <a:lnTo>
                    <a:pt x="1682623" y="6627622"/>
                  </a:lnTo>
                  <a:lnTo>
                    <a:pt x="1682623" y="4711700"/>
                  </a:lnTo>
                  <a:lnTo>
                    <a:pt x="2805430" y="3588766"/>
                  </a:lnTo>
                  <a:lnTo>
                    <a:pt x="2808732" y="3585337"/>
                  </a:lnTo>
                  <a:lnTo>
                    <a:pt x="2808732" y="1004570"/>
                  </a:lnTo>
                  <a:lnTo>
                    <a:pt x="3788156" y="23241"/>
                  </a:lnTo>
                  <a:lnTo>
                    <a:pt x="3764915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C0A9E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5786716" y="540001"/>
            <a:ext cx="6305760" cy="10237680"/>
          </a:xfrm>
          <a:custGeom>
            <a:avLst/>
            <a:gdLst/>
            <a:ahLst/>
            <a:cxnLst/>
            <a:rect r="r" b="b" t="t" l="l"/>
            <a:pathLst>
              <a:path h="10237680" w="6305760">
                <a:moveTo>
                  <a:pt x="0" y="0"/>
                </a:moveTo>
                <a:lnTo>
                  <a:pt x="6305760" y="0"/>
                </a:lnTo>
                <a:lnTo>
                  <a:pt x="6305760" y="10237679"/>
                </a:lnTo>
                <a:lnTo>
                  <a:pt x="0" y="102376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6680799" y="9463516"/>
            <a:ext cx="286169" cy="286169"/>
            <a:chOff x="0" y="0"/>
            <a:chExt cx="381559" cy="3815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1508" cy="381508"/>
            </a:xfrm>
            <a:custGeom>
              <a:avLst/>
              <a:gdLst/>
              <a:ahLst/>
              <a:cxnLst/>
              <a:rect r="r" b="b" t="t" l="l"/>
              <a:pathLst>
                <a:path h="381508" w="381508">
                  <a:moveTo>
                    <a:pt x="0" y="190754"/>
                  </a:moveTo>
                  <a:cubicBezTo>
                    <a:pt x="0" y="85471"/>
                    <a:pt x="85471" y="0"/>
                    <a:pt x="190754" y="0"/>
                  </a:cubicBezTo>
                  <a:lnTo>
                    <a:pt x="190754" y="12700"/>
                  </a:lnTo>
                  <a:lnTo>
                    <a:pt x="190754" y="0"/>
                  </a:lnTo>
                  <a:cubicBezTo>
                    <a:pt x="296164" y="0"/>
                    <a:pt x="381508" y="85471"/>
                    <a:pt x="381508" y="190754"/>
                  </a:cubicBezTo>
                  <a:cubicBezTo>
                    <a:pt x="381508" y="296037"/>
                    <a:pt x="296164" y="381508"/>
                    <a:pt x="190754" y="381508"/>
                  </a:cubicBezTo>
                  <a:lnTo>
                    <a:pt x="190754" y="368808"/>
                  </a:lnTo>
                  <a:lnTo>
                    <a:pt x="190754" y="381508"/>
                  </a:lnTo>
                  <a:cubicBezTo>
                    <a:pt x="85471" y="381508"/>
                    <a:pt x="0" y="296164"/>
                    <a:pt x="0" y="190754"/>
                  </a:cubicBezTo>
                  <a:lnTo>
                    <a:pt x="12700" y="190754"/>
                  </a:lnTo>
                  <a:lnTo>
                    <a:pt x="23622" y="197231"/>
                  </a:lnTo>
                  <a:cubicBezTo>
                    <a:pt x="20701" y="202184"/>
                    <a:pt x="14859" y="204470"/>
                    <a:pt x="9398" y="202946"/>
                  </a:cubicBezTo>
                  <a:cubicBezTo>
                    <a:pt x="3937" y="201422"/>
                    <a:pt x="0" y="196469"/>
                    <a:pt x="0" y="190754"/>
                  </a:cubicBezTo>
                  <a:moveTo>
                    <a:pt x="25400" y="190754"/>
                  </a:moveTo>
                  <a:lnTo>
                    <a:pt x="12700" y="190754"/>
                  </a:lnTo>
                  <a:lnTo>
                    <a:pt x="1778" y="184277"/>
                  </a:lnTo>
                  <a:cubicBezTo>
                    <a:pt x="4699" y="179324"/>
                    <a:pt x="10541" y="177038"/>
                    <a:pt x="16002" y="178562"/>
                  </a:cubicBezTo>
                  <a:cubicBezTo>
                    <a:pt x="21463" y="180086"/>
                    <a:pt x="25400" y="185039"/>
                    <a:pt x="25400" y="190754"/>
                  </a:cubicBezTo>
                  <a:cubicBezTo>
                    <a:pt x="25400" y="282067"/>
                    <a:pt x="99441" y="356108"/>
                    <a:pt x="190754" y="356108"/>
                  </a:cubicBezTo>
                  <a:cubicBezTo>
                    <a:pt x="282067" y="356108"/>
                    <a:pt x="356108" y="282067"/>
                    <a:pt x="356108" y="190754"/>
                  </a:cubicBezTo>
                  <a:lnTo>
                    <a:pt x="368808" y="190754"/>
                  </a:lnTo>
                  <a:lnTo>
                    <a:pt x="356108" y="190754"/>
                  </a:lnTo>
                  <a:cubicBezTo>
                    <a:pt x="356108" y="99441"/>
                    <a:pt x="282067" y="25400"/>
                    <a:pt x="190754" y="25400"/>
                  </a:cubicBezTo>
                  <a:lnTo>
                    <a:pt x="190754" y="12700"/>
                  </a:lnTo>
                  <a:lnTo>
                    <a:pt x="190754" y="25400"/>
                  </a:lnTo>
                  <a:cubicBezTo>
                    <a:pt x="99441" y="25400"/>
                    <a:pt x="25400" y="99441"/>
                    <a:pt x="25400" y="190754"/>
                  </a:cubicBezTo>
                  <a:close/>
                </a:path>
              </a:pathLst>
            </a:custGeom>
            <a:solidFill>
              <a:srgbClr val="8208D5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6728481" y="9510484"/>
            <a:ext cx="191519" cy="191519"/>
          </a:xfrm>
          <a:custGeom>
            <a:avLst/>
            <a:gdLst/>
            <a:ahLst/>
            <a:cxnLst/>
            <a:rect r="r" b="b" t="t" l="l"/>
            <a:pathLst>
              <a:path h="191519" w="191519">
                <a:moveTo>
                  <a:pt x="0" y="0"/>
                </a:moveTo>
                <a:lnTo>
                  <a:pt x="191519" y="0"/>
                </a:lnTo>
                <a:lnTo>
                  <a:pt x="191519" y="191519"/>
                </a:lnTo>
                <a:lnTo>
                  <a:pt x="0" y="19151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7871672" y="7579995"/>
            <a:ext cx="286169" cy="286169"/>
            <a:chOff x="0" y="0"/>
            <a:chExt cx="381559" cy="3815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1508" cy="381508"/>
            </a:xfrm>
            <a:custGeom>
              <a:avLst/>
              <a:gdLst/>
              <a:ahLst/>
              <a:cxnLst/>
              <a:rect r="r" b="b" t="t" l="l"/>
              <a:pathLst>
                <a:path h="381508" w="381508">
                  <a:moveTo>
                    <a:pt x="0" y="190754"/>
                  </a:moveTo>
                  <a:cubicBezTo>
                    <a:pt x="0" y="85471"/>
                    <a:pt x="85471" y="0"/>
                    <a:pt x="190754" y="0"/>
                  </a:cubicBezTo>
                  <a:lnTo>
                    <a:pt x="190754" y="12700"/>
                  </a:lnTo>
                  <a:lnTo>
                    <a:pt x="190754" y="0"/>
                  </a:lnTo>
                  <a:cubicBezTo>
                    <a:pt x="296164" y="0"/>
                    <a:pt x="381508" y="85471"/>
                    <a:pt x="381508" y="190754"/>
                  </a:cubicBezTo>
                  <a:cubicBezTo>
                    <a:pt x="381508" y="296037"/>
                    <a:pt x="296164" y="381508"/>
                    <a:pt x="190754" y="381508"/>
                  </a:cubicBezTo>
                  <a:lnTo>
                    <a:pt x="190754" y="368808"/>
                  </a:lnTo>
                  <a:lnTo>
                    <a:pt x="190754" y="381508"/>
                  </a:lnTo>
                  <a:cubicBezTo>
                    <a:pt x="85471" y="381508"/>
                    <a:pt x="0" y="296164"/>
                    <a:pt x="0" y="190754"/>
                  </a:cubicBezTo>
                  <a:lnTo>
                    <a:pt x="12700" y="190754"/>
                  </a:lnTo>
                  <a:lnTo>
                    <a:pt x="23622" y="197231"/>
                  </a:lnTo>
                  <a:cubicBezTo>
                    <a:pt x="20701" y="202184"/>
                    <a:pt x="14859" y="204470"/>
                    <a:pt x="9398" y="202946"/>
                  </a:cubicBezTo>
                  <a:cubicBezTo>
                    <a:pt x="3937" y="201422"/>
                    <a:pt x="0" y="196469"/>
                    <a:pt x="0" y="190754"/>
                  </a:cubicBezTo>
                  <a:moveTo>
                    <a:pt x="25400" y="190754"/>
                  </a:moveTo>
                  <a:lnTo>
                    <a:pt x="12700" y="190754"/>
                  </a:lnTo>
                  <a:lnTo>
                    <a:pt x="1778" y="184277"/>
                  </a:lnTo>
                  <a:cubicBezTo>
                    <a:pt x="4699" y="179324"/>
                    <a:pt x="10541" y="177038"/>
                    <a:pt x="16002" y="178562"/>
                  </a:cubicBezTo>
                  <a:cubicBezTo>
                    <a:pt x="21463" y="180086"/>
                    <a:pt x="25400" y="185039"/>
                    <a:pt x="25400" y="190754"/>
                  </a:cubicBezTo>
                  <a:cubicBezTo>
                    <a:pt x="25400" y="282067"/>
                    <a:pt x="99441" y="356108"/>
                    <a:pt x="190754" y="356108"/>
                  </a:cubicBezTo>
                  <a:cubicBezTo>
                    <a:pt x="282067" y="356108"/>
                    <a:pt x="356108" y="282067"/>
                    <a:pt x="356108" y="190754"/>
                  </a:cubicBezTo>
                  <a:lnTo>
                    <a:pt x="368808" y="190754"/>
                  </a:lnTo>
                  <a:lnTo>
                    <a:pt x="356108" y="190754"/>
                  </a:lnTo>
                  <a:cubicBezTo>
                    <a:pt x="356108" y="99441"/>
                    <a:pt x="282067" y="25400"/>
                    <a:pt x="190754" y="25400"/>
                  </a:cubicBezTo>
                  <a:lnTo>
                    <a:pt x="190754" y="12700"/>
                  </a:lnTo>
                  <a:lnTo>
                    <a:pt x="190754" y="25400"/>
                  </a:lnTo>
                  <a:cubicBezTo>
                    <a:pt x="99441" y="25400"/>
                    <a:pt x="25400" y="99441"/>
                    <a:pt x="25400" y="190754"/>
                  </a:cubicBezTo>
                  <a:close/>
                </a:path>
              </a:pathLst>
            </a:custGeom>
            <a:solidFill>
              <a:srgbClr val="8208D5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7919363" y="7626963"/>
            <a:ext cx="191519" cy="191519"/>
          </a:xfrm>
          <a:custGeom>
            <a:avLst/>
            <a:gdLst/>
            <a:ahLst/>
            <a:cxnLst/>
            <a:rect r="r" b="b" t="t" l="l"/>
            <a:pathLst>
              <a:path h="191519" w="191519">
                <a:moveTo>
                  <a:pt x="0" y="0"/>
                </a:moveTo>
                <a:lnTo>
                  <a:pt x="191520" y="0"/>
                </a:lnTo>
                <a:lnTo>
                  <a:pt x="191520" y="191519"/>
                </a:lnTo>
                <a:lnTo>
                  <a:pt x="0" y="19151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7603838" y="4839672"/>
            <a:ext cx="286169" cy="286169"/>
            <a:chOff x="0" y="0"/>
            <a:chExt cx="381559" cy="38155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1508" cy="381508"/>
            </a:xfrm>
            <a:custGeom>
              <a:avLst/>
              <a:gdLst/>
              <a:ahLst/>
              <a:cxnLst/>
              <a:rect r="r" b="b" t="t" l="l"/>
              <a:pathLst>
                <a:path h="381508" w="381508">
                  <a:moveTo>
                    <a:pt x="0" y="190754"/>
                  </a:moveTo>
                  <a:cubicBezTo>
                    <a:pt x="0" y="85471"/>
                    <a:pt x="85471" y="0"/>
                    <a:pt x="190754" y="0"/>
                  </a:cubicBezTo>
                  <a:lnTo>
                    <a:pt x="190754" y="12700"/>
                  </a:lnTo>
                  <a:lnTo>
                    <a:pt x="190754" y="0"/>
                  </a:lnTo>
                  <a:cubicBezTo>
                    <a:pt x="296164" y="0"/>
                    <a:pt x="381508" y="85471"/>
                    <a:pt x="381508" y="190754"/>
                  </a:cubicBezTo>
                  <a:cubicBezTo>
                    <a:pt x="381508" y="296037"/>
                    <a:pt x="296164" y="381508"/>
                    <a:pt x="190754" y="381508"/>
                  </a:cubicBezTo>
                  <a:lnTo>
                    <a:pt x="190754" y="368808"/>
                  </a:lnTo>
                  <a:lnTo>
                    <a:pt x="190754" y="381508"/>
                  </a:lnTo>
                  <a:cubicBezTo>
                    <a:pt x="85471" y="381508"/>
                    <a:pt x="0" y="296164"/>
                    <a:pt x="0" y="190754"/>
                  </a:cubicBezTo>
                  <a:lnTo>
                    <a:pt x="12700" y="190754"/>
                  </a:lnTo>
                  <a:lnTo>
                    <a:pt x="23622" y="197231"/>
                  </a:lnTo>
                  <a:cubicBezTo>
                    <a:pt x="20701" y="202184"/>
                    <a:pt x="14859" y="204470"/>
                    <a:pt x="9398" y="202946"/>
                  </a:cubicBezTo>
                  <a:cubicBezTo>
                    <a:pt x="3937" y="201422"/>
                    <a:pt x="0" y="196469"/>
                    <a:pt x="0" y="190754"/>
                  </a:cubicBezTo>
                  <a:moveTo>
                    <a:pt x="25400" y="190754"/>
                  </a:moveTo>
                  <a:lnTo>
                    <a:pt x="12700" y="190754"/>
                  </a:lnTo>
                  <a:lnTo>
                    <a:pt x="1778" y="184277"/>
                  </a:lnTo>
                  <a:cubicBezTo>
                    <a:pt x="4699" y="179324"/>
                    <a:pt x="10541" y="177038"/>
                    <a:pt x="16002" y="178562"/>
                  </a:cubicBezTo>
                  <a:cubicBezTo>
                    <a:pt x="21463" y="180086"/>
                    <a:pt x="25400" y="185039"/>
                    <a:pt x="25400" y="190754"/>
                  </a:cubicBezTo>
                  <a:cubicBezTo>
                    <a:pt x="25400" y="282067"/>
                    <a:pt x="99441" y="356108"/>
                    <a:pt x="190754" y="356108"/>
                  </a:cubicBezTo>
                  <a:cubicBezTo>
                    <a:pt x="282067" y="356108"/>
                    <a:pt x="356108" y="282067"/>
                    <a:pt x="356108" y="190754"/>
                  </a:cubicBezTo>
                  <a:lnTo>
                    <a:pt x="368808" y="190754"/>
                  </a:lnTo>
                  <a:lnTo>
                    <a:pt x="356108" y="190754"/>
                  </a:lnTo>
                  <a:cubicBezTo>
                    <a:pt x="356108" y="99441"/>
                    <a:pt x="282067" y="25400"/>
                    <a:pt x="190754" y="25400"/>
                  </a:cubicBezTo>
                  <a:lnTo>
                    <a:pt x="190754" y="12700"/>
                  </a:lnTo>
                  <a:lnTo>
                    <a:pt x="190754" y="25400"/>
                  </a:lnTo>
                  <a:cubicBezTo>
                    <a:pt x="99441" y="25400"/>
                    <a:pt x="25400" y="99441"/>
                    <a:pt x="25400" y="190754"/>
                  </a:cubicBezTo>
                  <a:close/>
                </a:path>
              </a:pathLst>
            </a:custGeom>
            <a:solidFill>
              <a:srgbClr val="8208D5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17650797" y="4887363"/>
            <a:ext cx="191519" cy="191519"/>
          </a:xfrm>
          <a:custGeom>
            <a:avLst/>
            <a:gdLst/>
            <a:ahLst/>
            <a:cxnLst/>
            <a:rect r="r" b="b" t="t" l="l"/>
            <a:pathLst>
              <a:path h="191519" w="191519">
                <a:moveTo>
                  <a:pt x="0" y="0"/>
                </a:moveTo>
                <a:lnTo>
                  <a:pt x="191519" y="0"/>
                </a:lnTo>
                <a:lnTo>
                  <a:pt x="191519" y="191519"/>
                </a:lnTo>
                <a:lnTo>
                  <a:pt x="0" y="19151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-1152096" y="7548010"/>
            <a:ext cx="3909793" cy="4144537"/>
          </a:xfrm>
          <a:custGeom>
            <a:avLst/>
            <a:gdLst/>
            <a:ahLst/>
            <a:cxnLst/>
            <a:rect r="r" b="b" t="t" l="l"/>
            <a:pathLst>
              <a:path h="4144537" w="3909793">
                <a:moveTo>
                  <a:pt x="0" y="0"/>
                </a:moveTo>
                <a:lnTo>
                  <a:pt x="3909793" y="0"/>
                </a:lnTo>
                <a:lnTo>
                  <a:pt x="3909793" y="4144537"/>
                </a:lnTo>
                <a:lnTo>
                  <a:pt x="0" y="414453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-1038958" y="-1146238"/>
            <a:ext cx="3002404" cy="5613844"/>
          </a:xfrm>
          <a:custGeom>
            <a:avLst/>
            <a:gdLst/>
            <a:ahLst/>
            <a:cxnLst/>
            <a:rect r="r" b="b" t="t" l="l"/>
            <a:pathLst>
              <a:path h="5613844" w="3002404">
                <a:moveTo>
                  <a:pt x="0" y="0"/>
                </a:moveTo>
                <a:lnTo>
                  <a:pt x="3002403" y="0"/>
                </a:lnTo>
                <a:lnTo>
                  <a:pt x="3002403" y="5613844"/>
                </a:lnTo>
                <a:lnTo>
                  <a:pt x="0" y="561384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0" y="-64437"/>
            <a:ext cx="9143276" cy="10286638"/>
            <a:chOff x="0" y="0"/>
            <a:chExt cx="12191035" cy="1371551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190984" cy="13715492"/>
            </a:xfrm>
            <a:custGeom>
              <a:avLst/>
              <a:gdLst/>
              <a:ahLst/>
              <a:cxnLst/>
              <a:rect r="r" b="b" t="t" l="l"/>
              <a:pathLst>
                <a:path h="13715492" w="12190984">
                  <a:moveTo>
                    <a:pt x="0" y="0"/>
                  </a:moveTo>
                  <a:lnTo>
                    <a:pt x="12190984" y="0"/>
                  </a:lnTo>
                  <a:lnTo>
                    <a:pt x="12190984" y="13715492"/>
                  </a:lnTo>
                  <a:lnTo>
                    <a:pt x="0" y="13715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24710" t="0" r="-75298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0187997" y="798252"/>
            <a:ext cx="4388396" cy="2012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sz="9999" b="true">
                <a:solidFill>
                  <a:srgbClr val="0C0A9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187997" y="2893876"/>
            <a:ext cx="7055282" cy="2775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b="true">
                <a:solidFill>
                  <a:srgbClr val="1D1D1D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Model Implementation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730479" y="-2295363"/>
            <a:ext cx="7465676" cy="5697360"/>
            <a:chOff x="0" y="0"/>
            <a:chExt cx="9954235" cy="7596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54260" cy="7596505"/>
            </a:xfrm>
            <a:custGeom>
              <a:avLst/>
              <a:gdLst/>
              <a:ahLst/>
              <a:cxnLst/>
              <a:rect r="r" b="b" t="t" l="l"/>
              <a:pathLst>
                <a:path h="7596505" w="9954260">
                  <a:moveTo>
                    <a:pt x="0" y="0"/>
                  </a:moveTo>
                  <a:lnTo>
                    <a:pt x="9954260" y="0"/>
                  </a:lnTo>
                  <a:lnTo>
                    <a:pt x="9954260" y="7596505"/>
                  </a:lnTo>
                  <a:lnTo>
                    <a:pt x="0" y="75965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2338" t="-50332" r="-9380" b="-53336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089762" y="1080002"/>
            <a:ext cx="3036237" cy="6060243"/>
          </a:xfrm>
          <a:custGeom>
            <a:avLst/>
            <a:gdLst/>
            <a:ahLst/>
            <a:cxnLst/>
            <a:rect r="r" b="b" t="t" l="l"/>
            <a:pathLst>
              <a:path h="6060243" w="3036237">
                <a:moveTo>
                  <a:pt x="0" y="0"/>
                </a:moveTo>
                <a:lnTo>
                  <a:pt x="3036237" y="0"/>
                </a:lnTo>
                <a:lnTo>
                  <a:pt x="3036237" y="6060243"/>
                </a:lnTo>
                <a:lnTo>
                  <a:pt x="0" y="60602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5400000">
            <a:off x="16501682" y="-1753924"/>
            <a:ext cx="2841117" cy="5665680"/>
            <a:chOff x="0" y="0"/>
            <a:chExt cx="3788156" cy="755423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127"/>
              <a:ext cx="3788156" cy="7553960"/>
            </a:xfrm>
            <a:custGeom>
              <a:avLst/>
              <a:gdLst/>
              <a:ahLst/>
              <a:cxnLst/>
              <a:rect r="r" b="b" t="t" l="l"/>
              <a:pathLst>
                <a:path h="7553960" w="3788156">
                  <a:moveTo>
                    <a:pt x="3764915" y="0"/>
                  </a:moveTo>
                  <a:lnTo>
                    <a:pt x="2780284" y="982980"/>
                  </a:lnTo>
                  <a:lnTo>
                    <a:pt x="2775204" y="989711"/>
                  </a:lnTo>
                  <a:lnTo>
                    <a:pt x="2775204" y="3570351"/>
                  </a:lnTo>
                  <a:lnTo>
                    <a:pt x="1654175" y="4693285"/>
                  </a:lnTo>
                  <a:lnTo>
                    <a:pt x="1649095" y="4696714"/>
                  </a:lnTo>
                  <a:lnTo>
                    <a:pt x="1649095" y="6612636"/>
                  </a:lnTo>
                  <a:lnTo>
                    <a:pt x="1051179" y="7212457"/>
                  </a:lnTo>
                  <a:lnTo>
                    <a:pt x="0" y="7212457"/>
                  </a:lnTo>
                  <a:lnTo>
                    <a:pt x="0" y="7553960"/>
                  </a:lnTo>
                  <a:lnTo>
                    <a:pt x="34925" y="7553960"/>
                  </a:lnTo>
                  <a:lnTo>
                    <a:pt x="34925" y="7245858"/>
                  </a:lnTo>
                  <a:lnTo>
                    <a:pt x="1066165" y="7245858"/>
                  </a:lnTo>
                  <a:lnTo>
                    <a:pt x="1682623" y="6627622"/>
                  </a:lnTo>
                  <a:lnTo>
                    <a:pt x="1682623" y="4711700"/>
                  </a:lnTo>
                  <a:lnTo>
                    <a:pt x="2805430" y="3588766"/>
                  </a:lnTo>
                  <a:lnTo>
                    <a:pt x="2808732" y="3585337"/>
                  </a:lnTo>
                  <a:lnTo>
                    <a:pt x="2808732" y="1004570"/>
                  </a:lnTo>
                  <a:lnTo>
                    <a:pt x="3788156" y="23241"/>
                  </a:lnTo>
                  <a:lnTo>
                    <a:pt x="3764915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C0A9E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5786716" y="540001"/>
            <a:ext cx="6305760" cy="10237680"/>
          </a:xfrm>
          <a:custGeom>
            <a:avLst/>
            <a:gdLst/>
            <a:ahLst/>
            <a:cxnLst/>
            <a:rect r="r" b="b" t="t" l="l"/>
            <a:pathLst>
              <a:path h="10237680" w="6305760">
                <a:moveTo>
                  <a:pt x="0" y="0"/>
                </a:moveTo>
                <a:lnTo>
                  <a:pt x="6305760" y="0"/>
                </a:lnTo>
                <a:lnTo>
                  <a:pt x="6305760" y="10237679"/>
                </a:lnTo>
                <a:lnTo>
                  <a:pt x="0" y="102376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6680799" y="9463516"/>
            <a:ext cx="286169" cy="286169"/>
            <a:chOff x="0" y="0"/>
            <a:chExt cx="381559" cy="3815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1508" cy="381508"/>
            </a:xfrm>
            <a:custGeom>
              <a:avLst/>
              <a:gdLst/>
              <a:ahLst/>
              <a:cxnLst/>
              <a:rect r="r" b="b" t="t" l="l"/>
              <a:pathLst>
                <a:path h="381508" w="381508">
                  <a:moveTo>
                    <a:pt x="0" y="190754"/>
                  </a:moveTo>
                  <a:cubicBezTo>
                    <a:pt x="0" y="85471"/>
                    <a:pt x="85471" y="0"/>
                    <a:pt x="190754" y="0"/>
                  </a:cubicBezTo>
                  <a:lnTo>
                    <a:pt x="190754" y="12700"/>
                  </a:lnTo>
                  <a:lnTo>
                    <a:pt x="190754" y="0"/>
                  </a:lnTo>
                  <a:cubicBezTo>
                    <a:pt x="296164" y="0"/>
                    <a:pt x="381508" y="85471"/>
                    <a:pt x="381508" y="190754"/>
                  </a:cubicBezTo>
                  <a:cubicBezTo>
                    <a:pt x="381508" y="296037"/>
                    <a:pt x="296164" y="381508"/>
                    <a:pt x="190754" y="381508"/>
                  </a:cubicBezTo>
                  <a:lnTo>
                    <a:pt x="190754" y="368808"/>
                  </a:lnTo>
                  <a:lnTo>
                    <a:pt x="190754" y="381508"/>
                  </a:lnTo>
                  <a:cubicBezTo>
                    <a:pt x="85471" y="381508"/>
                    <a:pt x="0" y="296164"/>
                    <a:pt x="0" y="190754"/>
                  </a:cubicBezTo>
                  <a:lnTo>
                    <a:pt x="12700" y="190754"/>
                  </a:lnTo>
                  <a:lnTo>
                    <a:pt x="23622" y="197231"/>
                  </a:lnTo>
                  <a:cubicBezTo>
                    <a:pt x="20701" y="202184"/>
                    <a:pt x="14859" y="204470"/>
                    <a:pt x="9398" y="202946"/>
                  </a:cubicBezTo>
                  <a:cubicBezTo>
                    <a:pt x="3937" y="201422"/>
                    <a:pt x="0" y="196469"/>
                    <a:pt x="0" y="190754"/>
                  </a:cubicBezTo>
                  <a:moveTo>
                    <a:pt x="25400" y="190754"/>
                  </a:moveTo>
                  <a:lnTo>
                    <a:pt x="12700" y="190754"/>
                  </a:lnTo>
                  <a:lnTo>
                    <a:pt x="1778" y="184277"/>
                  </a:lnTo>
                  <a:cubicBezTo>
                    <a:pt x="4699" y="179324"/>
                    <a:pt x="10541" y="177038"/>
                    <a:pt x="16002" y="178562"/>
                  </a:cubicBezTo>
                  <a:cubicBezTo>
                    <a:pt x="21463" y="180086"/>
                    <a:pt x="25400" y="185039"/>
                    <a:pt x="25400" y="190754"/>
                  </a:cubicBezTo>
                  <a:cubicBezTo>
                    <a:pt x="25400" y="282067"/>
                    <a:pt x="99441" y="356108"/>
                    <a:pt x="190754" y="356108"/>
                  </a:cubicBezTo>
                  <a:cubicBezTo>
                    <a:pt x="282067" y="356108"/>
                    <a:pt x="356108" y="282067"/>
                    <a:pt x="356108" y="190754"/>
                  </a:cubicBezTo>
                  <a:lnTo>
                    <a:pt x="368808" y="190754"/>
                  </a:lnTo>
                  <a:lnTo>
                    <a:pt x="356108" y="190754"/>
                  </a:lnTo>
                  <a:cubicBezTo>
                    <a:pt x="356108" y="99441"/>
                    <a:pt x="282067" y="25400"/>
                    <a:pt x="190754" y="25400"/>
                  </a:cubicBezTo>
                  <a:lnTo>
                    <a:pt x="190754" y="12700"/>
                  </a:lnTo>
                  <a:lnTo>
                    <a:pt x="190754" y="25400"/>
                  </a:lnTo>
                  <a:cubicBezTo>
                    <a:pt x="99441" y="25400"/>
                    <a:pt x="25400" y="99441"/>
                    <a:pt x="25400" y="190754"/>
                  </a:cubicBezTo>
                  <a:close/>
                </a:path>
              </a:pathLst>
            </a:custGeom>
            <a:solidFill>
              <a:srgbClr val="8208D5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6728481" y="9510484"/>
            <a:ext cx="191519" cy="191519"/>
          </a:xfrm>
          <a:custGeom>
            <a:avLst/>
            <a:gdLst/>
            <a:ahLst/>
            <a:cxnLst/>
            <a:rect r="r" b="b" t="t" l="l"/>
            <a:pathLst>
              <a:path h="191519" w="191519">
                <a:moveTo>
                  <a:pt x="0" y="0"/>
                </a:moveTo>
                <a:lnTo>
                  <a:pt x="191519" y="0"/>
                </a:lnTo>
                <a:lnTo>
                  <a:pt x="191519" y="191519"/>
                </a:lnTo>
                <a:lnTo>
                  <a:pt x="0" y="19151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7871672" y="7579995"/>
            <a:ext cx="286169" cy="286169"/>
            <a:chOff x="0" y="0"/>
            <a:chExt cx="381559" cy="3815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1508" cy="381508"/>
            </a:xfrm>
            <a:custGeom>
              <a:avLst/>
              <a:gdLst/>
              <a:ahLst/>
              <a:cxnLst/>
              <a:rect r="r" b="b" t="t" l="l"/>
              <a:pathLst>
                <a:path h="381508" w="381508">
                  <a:moveTo>
                    <a:pt x="0" y="190754"/>
                  </a:moveTo>
                  <a:cubicBezTo>
                    <a:pt x="0" y="85471"/>
                    <a:pt x="85471" y="0"/>
                    <a:pt x="190754" y="0"/>
                  </a:cubicBezTo>
                  <a:lnTo>
                    <a:pt x="190754" y="12700"/>
                  </a:lnTo>
                  <a:lnTo>
                    <a:pt x="190754" y="0"/>
                  </a:lnTo>
                  <a:cubicBezTo>
                    <a:pt x="296164" y="0"/>
                    <a:pt x="381508" y="85471"/>
                    <a:pt x="381508" y="190754"/>
                  </a:cubicBezTo>
                  <a:cubicBezTo>
                    <a:pt x="381508" y="296037"/>
                    <a:pt x="296164" y="381508"/>
                    <a:pt x="190754" y="381508"/>
                  </a:cubicBezTo>
                  <a:lnTo>
                    <a:pt x="190754" y="368808"/>
                  </a:lnTo>
                  <a:lnTo>
                    <a:pt x="190754" y="381508"/>
                  </a:lnTo>
                  <a:cubicBezTo>
                    <a:pt x="85471" y="381508"/>
                    <a:pt x="0" y="296164"/>
                    <a:pt x="0" y="190754"/>
                  </a:cubicBezTo>
                  <a:lnTo>
                    <a:pt x="12700" y="190754"/>
                  </a:lnTo>
                  <a:lnTo>
                    <a:pt x="23622" y="197231"/>
                  </a:lnTo>
                  <a:cubicBezTo>
                    <a:pt x="20701" y="202184"/>
                    <a:pt x="14859" y="204470"/>
                    <a:pt x="9398" y="202946"/>
                  </a:cubicBezTo>
                  <a:cubicBezTo>
                    <a:pt x="3937" y="201422"/>
                    <a:pt x="0" y="196469"/>
                    <a:pt x="0" y="190754"/>
                  </a:cubicBezTo>
                  <a:moveTo>
                    <a:pt x="25400" y="190754"/>
                  </a:moveTo>
                  <a:lnTo>
                    <a:pt x="12700" y="190754"/>
                  </a:lnTo>
                  <a:lnTo>
                    <a:pt x="1778" y="184277"/>
                  </a:lnTo>
                  <a:cubicBezTo>
                    <a:pt x="4699" y="179324"/>
                    <a:pt x="10541" y="177038"/>
                    <a:pt x="16002" y="178562"/>
                  </a:cubicBezTo>
                  <a:cubicBezTo>
                    <a:pt x="21463" y="180086"/>
                    <a:pt x="25400" y="185039"/>
                    <a:pt x="25400" y="190754"/>
                  </a:cubicBezTo>
                  <a:cubicBezTo>
                    <a:pt x="25400" y="282067"/>
                    <a:pt x="99441" y="356108"/>
                    <a:pt x="190754" y="356108"/>
                  </a:cubicBezTo>
                  <a:cubicBezTo>
                    <a:pt x="282067" y="356108"/>
                    <a:pt x="356108" y="282067"/>
                    <a:pt x="356108" y="190754"/>
                  </a:cubicBezTo>
                  <a:lnTo>
                    <a:pt x="368808" y="190754"/>
                  </a:lnTo>
                  <a:lnTo>
                    <a:pt x="356108" y="190754"/>
                  </a:lnTo>
                  <a:cubicBezTo>
                    <a:pt x="356108" y="99441"/>
                    <a:pt x="282067" y="25400"/>
                    <a:pt x="190754" y="25400"/>
                  </a:cubicBezTo>
                  <a:lnTo>
                    <a:pt x="190754" y="12700"/>
                  </a:lnTo>
                  <a:lnTo>
                    <a:pt x="190754" y="25400"/>
                  </a:lnTo>
                  <a:cubicBezTo>
                    <a:pt x="99441" y="25400"/>
                    <a:pt x="25400" y="99441"/>
                    <a:pt x="25400" y="190754"/>
                  </a:cubicBezTo>
                  <a:close/>
                </a:path>
              </a:pathLst>
            </a:custGeom>
            <a:solidFill>
              <a:srgbClr val="8208D5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7919363" y="7626963"/>
            <a:ext cx="191519" cy="191519"/>
          </a:xfrm>
          <a:custGeom>
            <a:avLst/>
            <a:gdLst/>
            <a:ahLst/>
            <a:cxnLst/>
            <a:rect r="r" b="b" t="t" l="l"/>
            <a:pathLst>
              <a:path h="191519" w="191519">
                <a:moveTo>
                  <a:pt x="0" y="0"/>
                </a:moveTo>
                <a:lnTo>
                  <a:pt x="191520" y="0"/>
                </a:lnTo>
                <a:lnTo>
                  <a:pt x="191520" y="191519"/>
                </a:lnTo>
                <a:lnTo>
                  <a:pt x="0" y="19151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7603838" y="4839672"/>
            <a:ext cx="286169" cy="286169"/>
            <a:chOff x="0" y="0"/>
            <a:chExt cx="381559" cy="38155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1508" cy="381508"/>
            </a:xfrm>
            <a:custGeom>
              <a:avLst/>
              <a:gdLst/>
              <a:ahLst/>
              <a:cxnLst/>
              <a:rect r="r" b="b" t="t" l="l"/>
              <a:pathLst>
                <a:path h="381508" w="381508">
                  <a:moveTo>
                    <a:pt x="0" y="190754"/>
                  </a:moveTo>
                  <a:cubicBezTo>
                    <a:pt x="0" y="85471"/>
                    <a:pt x="85471" y="0"/>
                    <a:pt x="190754" y="0"/>
                  </a:cubicBezTo>
                  <a:lnTo>
                    <a:pt x="190754" y="12700"/>
                  </a:lnTo>
                  <a:lnTo>
                    <a:pt x="190754" y="0"/>
                  </a:lnTo>
                  <a:cubicBezTo>
                    <a:pt x="296164" y="0"/>
                    <a:pt x="381508" y="85471"/>
                    <a:pt x="381508" y="190754"/>
                  </a:cubicBezTo>
                  <a:cubicBezTo>
                    <a:pt x="381508" y="296037"/>
                    <a:pt x="296164" y="381508"/>
                    <a:pt x="190754" y="381508"/>
                  </a:cubicBezTo>
                  <a:lnTo>
                    <a:pt x="190754" y="368808"/>
                  </a:lnTo>
                  <a:lnTo>
                    <a:pt x="190754" y="381508"/>
                  </a:lnTo>
                  <a:cubicBezTo>
                    <a:pt x="85471" y="381508"/>
                    <a:pt x="0" y="296164"/>
                    <a:pt x="0" y="190754"/>
                  </a:cubicBezTo>
                  <a:lnTo>
                    <a:pt x="12700" y="190754"/>
                  </a:lnTo>
                  <a:lnTo>
                    <a:pt x="23622" y="197231"/>
                  </a:lnTo>
                  <a:cubicBezTo>
                    <a:pt x="20701" y="202184"/>
                    <a:pt x="14859" y="204470"/>
                    <a:pt x="9398" y="202946"/>
                  </a:cubicBezTo>
                  <a:cubicBezTo>
                    <a:pt x="3937" y="201422"/>
                    <a:pt x="0" y="196469"/>
                    <a:pt x="0" y="190754"/>
                  </a:cubicBezTo>
                  <a:moveTo>
                    <a:pt x="25400" y="190754"/>
                  </a:moveTo>
                  <a:lnTo>
                    <a:pt x="12700" y="190754"/>
                  </a:lnTo>
                  <a:lnTo>
                    <a:pt x="1778" y="184277"/>
                  </a:lnTo>
                  <a:cubicBezTo>
                    <a:pt x="4699" y="179324"/>
                    <a:pt x="10541" y="177038"/>
                    <a:pt x="16002" y="178562"/>
                  </a:cubicBezTo>
                  <a:cubicBezTo>
                    <a:pt x="21463" y="180086"/>
                    <a:pt x="25400" y="185039"/>
                    <a:pt x="25400" y="190754"/>
                  </a:cubicBezTo>
                  <a:cubicBezTo>
                    <a:pt x="25400" y="282067"/>
                    <a:pt x="99441" y="356108"/>
                    <a:pt x="190754" y="356108"/>
                  </a:cubicBezTo>
                  <a:cubicBezTo>
                    <a:pt x="282067" y="356108"/>
                    <a:pt x="356108" y="282067"/>
                    <a:pt x="356108" y="190754"/>
                  </a:cubicBezTo>
                  <a:lnTo>
                    <a:pt x="368808" y="190754"/>
                  </a:lnTo>
                  <a:lnTo>
                    <a:pt x="356108" y="190754"/>
                  </a:lnTo>
                  <a:cubicBezTo>
                    <a:pt x="356108" y="99441"/>
                    <a:pt x="282067" y="25400"/>
                    <a:pt x="190754" y="25400"/>
                  </a:cubicBezTo>
                  <a:lnTo>
                    <a:pt x="190754" y="12700"/>
                  </a:lnTo>
                  <a:lnTo>
                    <a:pt x="190754" y="25400"/>
                  </a:lnTo>
                  <a:cubicBezTo>
                    <a:pt x="99441" y="25400"/>
                    <a:pt x="25400" y="99441"/>
                    <a:pt x="25400" y="190754"/>
                  </a:cubicBezTo>
                  <a:close/>
                </a:path>
              </a:pathLst>
            </a:custGeom>
            <a:solidFill>
              <a:srgbClr val="8208D5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17650797" y="4887363"/>
            <a:ext cx="191519" cy="191519"/>
          </a:xfrm>
          <a:custGeom>
            <a:avLst/>
            <a:gdLst/>
            <a:ahLst/>
            <a:cxnLst/>
            <a:rect r="r" b="b" t="t" l="l"/>
            <a:pathLst>
              <a:path h="191519" w="191519">
                <a:moveTo>
                  <a:pt x="0" y="0"/>
                </a:moveTo>
                <a:lnTo>
                  <a:pt x="191519" y="0"/>
                </a:lnTo>
                <a:lnTo>
                  <a:pt x="191519" y="191519"/>
                </a:lnTo>
                <a:lnTo>
                  <a:pt x="0" y="19151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-1152096" y="7548010"/>
            <a:ext cx="3909793" cy="4144537"/>
          </a:xfrm>
          <a:custGeom>
            <a:avLst/>
            <a:gdLst/>
            <a:ahLst/>
            <a:cxnLst/>
            <a:rect r="r" b="b" t="t" l="l"/>
            <a:pathLst>
              <a:path h="4144537" w="3909793">
                <a:moveTo>
                  <a:pt x="0" y="0"/>
                </a:moveTo>
                <a:lnTo>
                  <a:pt x="3909793" y="0"/>
                </a:lnTo>
                <a:lnTo>
                  <a:pt x="3909793" y="4144537"/>
                </a:lnTo>
                <a:lnTo>
                  <a:pt x="0" y="414453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-1038958" y="-1146238"/>
            <a:ext cx="3002404" cy="5613844"/>
          </a:xfrm>
          <a:custGeom>
            <a:avLst/>
            <a:gdLst/>
            <a:ahLst/>
            <a:cxnLst/>
            <a:rect r="r" b="b" t="t" l="l"/>
            <a:pathLst>
              <a:path h="5613844" w="3002404">
                <a:moveTo>
                  <a:pt x="0" y="0"/>
                </a:moveTo>
                <a:lnTo>
                  <a:pt x="3002403" y="0"/>
                </a:lnTo>
                <a:lnTo>
                  <a:pt x="3002403" y="5613844"/>
                </a:lnTo>
                <a:lnTo>
                  <a:pt x="0" y="561384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9014565" y="0"/>
            <a:ext cx="9143598" cy="10287000"/>
            <a:chOff x="0" y="0"/>
            <a:chExt cx="12191035" cy="1371551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190984" cy="13715492"/>
            </a:xfrm>
            <a:custGeom>
              <a:avLst/>
              <a:gdLst/>
              <a:ahLst/>
              <a:cxnLst/>
              <a:rect r="r" b="b" t="t" l="l"/>
              <a:pathLst>
                <a:path h="13715492" w="12190984">
                  <a:moveTo>
                    <a:pt x="0" y="0"/>
                  </a:moveTo>
                  <a:lnTo>
                    <a:pt x="12190984" y="0"/>
                  </a:lnTo>
                  <a:lnTo>
                    <a:pt x="12190984" y="13715492"/>
                  </a:lnTo>
                  <a:lnTo>
                    <a:pt x="0" y="13715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25083" t="0" r="-74926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043997" y="998277"/>
            <a:ext cx="7055282" cy="1812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1D1D1D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Network Architecture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43997" y="3741658"/>
            <a:ext cx="7055282" cy="5546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5"/>
              </a:lnSpc>
            </a:pPr>
            <a:r>
              <a:rPr lang="en-US" sz="2590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A compact feedforward network with an input layer, one hidden layer, and a sigmoid output for binary classification. Loss: </a:t>
            </a:r>
            <a:r>
              <a:rPr lang="en-US" sz="2590" b="true">
                <a:solidFill>
                  <a:srgbClr val="1D1D1D"/>
                </a:solidFill>
                <a:latin typeface="Poppins Bold"/>
                <a:ea typeface="Poppins Bold"/>
                <a:cs typeface="Poppins Bold"/>
                <a:sym typeface="Poppins Bold"/>
              </a:rPr>
              <a:t>binary cross-entropy</a:t>
            </a:r>
            <a:r>
              <a:rPr lang="en-US" sz="2590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. Training via mini-batch </a:t>
            </a:r>
            <a:r>
              <a:rPr lang="en-US" sz="2590" b="true">
                <a:solidFill>
                  <a:srgbClr val="1D1D1D"/>
                </a:solidFill>
                <a:latin typeface="Poppins Bold"/>
                <a:ea typeface="Poppins Bold"/>
                <a:cs typeface="Poppins Bold"/>
                <a:sym typeface="Poppins Bold"/>
              </a:rPr>
              <a:t>SGD</a:t>
            </a:r>
            <a:r>
              <a:rPr lang="en-US" sz="2590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 with manual backpropagation and options for L1/L2 regularization.</a:t>
            </a:r>
          </a:p>
          <a:p>
            <a:pPr algn="l">
              <a:lnSpc>
                <a:spcPts val="4195"/>
              </a:lnSpc>
            </a:pPr>
          </a:p>
          <a:p>
            <a:pPr algn="l">
              <a:lnSpc>
                <a:spcPts val="4195"/>
              </a:lnSpc>
            </a:pPr>
            <a:r>
              <a:rPr lang="en-US" sz="2590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Design choices include hidden units, initialization, and batch size to balance bias–variance.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2596" y="9776517"/>
            <a:ext cx="3180236" cy="175679"/>
          </a:xfrm>
          <a:custGeom>
            <a:avLst/>
            <a:gdLst/>
            <a:ahLst/>
            <a:cxnLst/>
            <a:rect r="r" b="b" t="t" l="l"/>
            <a:pathLst>
              <a:path h="175679" w="3180236">
                <a:moveTo>
                  <a:pt x="0" y="0"/>
                </a:moveTo>
                <a:lnTo>
                  <a:pt x="3180236" y="0"/>
                </a:lnTo>
                <a:lnTo>
                  <a:pt x="3180236" y="175679"/>
                </a:lnTo>
                <a:lnTo>
                  <a:pt x="0" y="1756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67121" y="2771280"/>
            <a:ext cx="8056083" cy="10566721"/>
          </a:xfrm>
          <a:custGeom>
            <a:avLst/>
            <a:gdLst/>
            <a:ahLst/>
            <a:cxnLst/>
            <a:rect r="r" b="b" t="t" l="l"/>
            <a:pathLst>
              <a:path h="10566721" w="8056083">
                <a:moveTo>
                  <a:pt x="0" y="0"/>
                </a:moveTo>
                <a:lnTo>
                  <a:pt x="8056083" y="0"/>
                </a:lnTo>
                <a:lnTo>
                  <a:pt x="8056083" y="10566720"/>
                </a:lnTo>
                <a:lnTo>
                  <a:pt x="0" y="105667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392402" y="-613439"/>
            <a:ext cx="1832400" cy="1399680"/>
          </a:xfrm>
          <a:custGeom>
            <a:avLst/>
            <a:gdLst/>
            <a:ahLst/>
            <a:cxnLst/>
            <a:rect r="r" b="b" t="t" l="l"/>
            <a:pathLst>
              <a:path h="1399680" w="1832400">
                <a:moveTo>
                  <a:pt x="0" y="0"/>
                </a:moveTo>
                <a:lnTo>
                  <a:pt x="1832401" y="0"/>
                </a:lnTo>
                <a:lnTo>
                  <a:pt x="1832401" y="1399680"/>
                </a:lnTo>
                <a:lnTo>
                  <a:pt x="0" y="13996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392402" y="-1095842"/>
            <a:ext cx="4615196" cy="1962722"/>
          </a:xfrm>
          <a:custGeom>
            <a:avLst/>
            <a:gdLst/>
            <a:ahLst/>
            <a:cxnLst/>
            <a:rect r="r" b="b" t="t" l="l"/>
            <a:pathLst>
              <a:path h="1962722" w="4615196">
                <a:moveTo>
                  <a:pt x="0" y="0"/>
                </a:moveTo>
                <a:lnTo>
                  <a:pt x="4615196" y="0"/>
                </a:lnTo>
                <a:lnTo>
                  <a:pt x="4615196" y="1962722"/>
                </a:lnTo>
                <a:lnTo>
                  <a:pt x="0" y="19627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390964" y="-776878"/>
            <a:ext cx="4615196" cy="1962722"/>
          </a:xfrm>
          <a:custGeom>
            <a:avLst/>
            <a:gdLst/>
            <a:ahLst/>
            <a:cxnLst/>
            <a:rect r="r" b="b" t="t" l="l"/>
            <a:pathLst>
              <a:path h="1962722" w="4615196">
                <a:moveTo>
                  <a:pt x="0" y="0"/>
                </a:moveTo>
                <a:lnTo>
                  <a:pt x="4615196" y="0"/>
                </a:lnTo>
                <a:lnTo>
                  <a:pt x="4615196" y="1962721"/>
                </a:lnTo>
                <a:lnTo>
                  <a:pt x="0" y="196272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799042" y="116643"/>
            <a:ext cx="2986564" cy="175679"/>
          </a:xfrm>
          <a:custGeom>
            <a:avLst/>
            <a:gdLst/>
            <a:ahLst/>
            <a:cxnLst/>
            <a:rect r="r" b="b" t="t" l="l"/>
            <a:pathLst>
              <a:path h="175679" w="2986564">
                <a:moveTo>
                  <a:pt x="0" y="0"/>
                </a:moveTo>
                <a:lnTo>
                  <a:pt x="2986564" y="0"/>
                </a:lnTo>
                <a:lnTo>
                  <a:pt x="2986564" y="175679"/>
                </a:lnTo>
                <a:lnTo>
                  <a:pt x="0" y="1756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390964" y="-370084"/>
            <a:ext cx="509045" cy="509759"/>
          </a:xfrm>
          <a:custGeom>
            <a:avLst/>
            <a:gdLst/>
            <a:ahLst/>
            <a:cxnLst/>
            <a:rect r="r" b="b" t="t" l="l"/>
            <a:pathLst>
              <a:path h="509759" w="509045">
                <a:moveTo>
                  <a:pt x="0" y="0"/>
                </a:moveTo>
                <a:lnTo>
                  <a:pt x="509045" y="0"/>
                </a:lnTo>
                <a:lnTo>
                  <a:pt x="509045" y="509759"/>
                </a:lnTo>
                <a:lnTo>
                  <a:pt x="0" y="50975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95845" y="-51121"/>
            <a:ext cx="509759" cy="509045"/>
          </a:xfrm>
          <a:custGeom>
            <a:avLst/>
            <a:gdLst/>
            <a:ahLst/>
            <a:cxnLst/>
            <a:rect r="r" b="b" t="t" l="l"/>
            <a:pathLst>
              <a:path h="509045" w="509759">
                <a:moveTo>
                  <a:pt x="0" y="0"/>
                </a:moveTo>
                <a:lnTo>
                  <a:pt x="509759" y="0"/>
                </a:lnTo>
                <a:lnTo>
                  <a:pt x="509759" y="509045"/>
                </a:lnTo>
                <a:lnTo>
                  <a:pt x="0" y="50904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24" y="8264881"/>
            <a:ext cx="4615920" cy="2280961"/>
          </a:xfrm>
          <a:custGeom>
            <a:avLst/>
            <a:gdLst/>
            <a:ahLst/>
            <a:cxnLst/>
            <a:rect r="r" b="b" t="t" l="l"/>
            <a:pathLst>
              <a:path h="2280961" w="4615920">
                <a:moveTo>
                  <a:pt x="0" y="0"/>
                </a:moveTo>
                <a:lnTo>
                  <a:pt x="4615920" y="0"/>
                </a:lnTo>
                <a:lnTo>
                  <a:pt x="4615920" y="2280961"/>
                </a:lnTo>
                <a:lnTo>
                  <a:pt x="0" y="228096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8592312" y="8762952"/>
            <a:ext cx="286893" cy="286893"/>
            <a:chOff x="0" y="0"/>
            <a:chExt cx="382524" cy="3825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2524" cy="382524"/>
            </a:xfrm>
            <a:custGeom>
              <a:avLst/>
              <a:gdLst/>
              <a:ahLst/>
              <a:cxnLst/>
              <a:rect r="r" b="b" t="t" l="l"/>
              <a:pathLst>
                <a:path h="382524" w="382524">
                  <a:moveTo>
                    <a:pt x="0" y="191262"/>
                  </a:moveTo>
                  <a:cubicBezTo>
                    <a:pt x="0" y="85598"/>
                    <a:pt x="85598" y="0"/>
                    <a:pt x="191262" y="0"/>
                  </a:cubicBezTo>
                  <a:lnTo>
                    <a:pt x="191262" y="12700"/>
                  </a:lnTo>
                  <a:lnTo>
                    <a:pt x="191262" y="0"/>
                  </a:lnTo>
                  <a:cubicBezTo>
                    <a:pt x="296926" y="0"/>
                    <a:pt x="382524" y="85598"/>
                    <a:pt x="382524" y="191262"/>
                  </a:cubicBezTo>
                  <a:cubicBezTo>
                    <a:pt x="382524" y="296926"/>
                    <a:pt x="296926" y="382524"/>
                    <a:pt x="191262" y="382524"/>
                  </a:cubicBezTo>
                  <a:lnTo>
                    <a:pt x="191262" y="369824"/>
                  </a:lnTo>
                  <a:lnTo>
                    <a:pt x="191262" y="382524"/>
                  </a:lnTo>
                  <a:cubicBezTo>
                    <a:pt x="85598" y="382524"/>
                    <a:pt x="0" y="296926"/>
                    <a:pt x="0" y="191262"/>
                  </a:cubicBezTo>
                  <a:lnTo>
                    <a:pt x="12700" y="191262"/>
                  </a:lnTo>
                  <a:lnTo>
                    <a:pt x="23622" y="197739"/>
                  </a:lnTo>
                  <a:cubicBezTo>
                    <a:pt x="20701" y="202692"/>
                    <a:pt x="14859" y="204978"/>
                    <a:pt x="9398" y="203454"/>
                  </a:cubicBezTo>
                  <a:cubicBezTo>
                    <a:pt x="3937" y="201930"/>
                    <a:pt x="0" y="196977"/>
                    <a:pt x="0" y="191262"/>
                  </a:cubicBezTo>
                  <a:moveTo>
                    <a:pt x="25400" y="191262"/>
                  </a:moveTo>
                  <a:lnTo>
                    <a:pt x="12700" y="191262"/>
                  </a:lnTo>
                  <a:lnTo>
                    <a:pt x="1778" y="184785"/>
                  </a:lnTo>
                  <a:cubicBezTo>
                    <a:pt x="4699" y="179832"/>
                    <a:pt x="10541" y="177546"/>
                    <a:pt x="16002" y="179070"/>
                  </a:cubicBezTo>
                  <a:cubicBezTo>
                    <a:pt x="21463" y="180594"/>
                    <a:pt x="25400" y="185547"/>
                    <a:pt x="25400" y="191262"/>
                  </a:cubicBezTo>
                  <a:cubicBezTo>
                    <a:pt x="25400" y="282829"/>
                    <a:pt x="99695" y="357124"/>
                    <a:pt x="191262" y="357124"/>
                  </a:cubicBezTo>
                  <a:cubicBezTo>
                    <a:pt x="282829" y="357124"/>
                    <a:pt x="357124" y="282829"/>
                    <a:pt x="357124" y="191262"/>
                  </a:cubicBezTo>
                  <a:lnTo>
                    <a:pt x="369824" y="191262"/>
                  </a:lnTo>
                  <a:lnTo>
                    <a:pt x="357124" y="191262"/>
                  </a:lnTo>
                  <a:cubicBezTo>
                    <a:pt x="357124" y="99695"/>
                    <a:pt x="282829" y="25400"/>
                    <a:pt x="191262" y="25400"/>
                  </a:cubicBezTo>
                  <a:lnTo>
                    <a:pt x="191262" y="12700"/>
                  </a:lnTo>
                  <a:lnTo>
                    <a:pt x="191262" y="25400"/>
                  </a:lnTo>
                  <a:cubicBezTo>
                    <a:pt x="99695" y="25400"/>
                    <a:pt x="25400" y="99695"/>
                    <a:pt x="25400" y="191262"/>
                  </a:cubicBezTo>
                  <a:close/>
                </a:path>
              </a:pathLst>
            </a:custGeom>
            <a:solidFill>
              <a:srgbClr val="0C0A9E"/>
            </a:solidFill>
          </p:spPr>
        </p:sp>
      </p:grpSp>
      <p:sp>
        <p:nvSpPr>
          <p:cNvPr name="AutoShape 13" id="13"/>
          <p:cNvSpPr/>
          <p:nvPr/>
        </p:nvSpPr>
        <p:spPr>
          <a:xfrm rot="7620">
            <a:off x="-257213" y="8901998"/>
            <a:ext cx="8944908" cy="0"/>
          </a:xfrm>
          <a:prstGeom prst="line">
            <a:avLst/>
          </a:prstGeom>
          <a:ln cap="rnd" w="9525">
            <a:solidFill>
              <a:srgbClr val="0C0A9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8662321" y="8832961"/>
            <a:ext cx="146876" cy="146876"/>
            <a:chOff x="0" y="0"/>
            <a:chExt cx="195834" cy="19583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5834" cy="195834"/>
            </a:xfrm>
            <a:custGeom>
              <a:avLst/>
              <a:gdLst/>
              <a:ahLst/>
              <a:cxnLst/>
              <a:rect r="r" b="b" t="t" l="l"/>
              <a:pathLst>
                <a:path h="195834" w="195834">
                  <a:moveTo>
                    <a:pt x="0" y="97917"/>
                  </a:moveTo>
                  <a:cubicBezTo>
                    <a:pt x="0" y="43815"/>
                    <a:pt x="43815" y="0"/>
                    <a:pt x="97917" y="0"/>
                  </a:cubicBezTo>
                  <a:cubicBezTo>
                    <a:pt x="152019" y="0"/>
                    <a:pt x="195834" y="43815"/>
                    <a:pt x="195834" y="97917"/>
                  </a:cubicBezTo>
                  <a:cubicBezTo>
                    <a:pt x="195834" y="152019"/>
                    <a:pt x="152019" y="195834"/>
                    <a:pt x="97917" y="195834"/>
                  </a:cubicBezTo>
                  <a:cubicBezTo>
                    <a:pt x="43815" y="195834"/>
                    <a:pt x="0" y="152019"/>
                    <a:pt x="0" y="97917"/>
                  </a:cubicBezTo>
                  <a:close/>
                </a:path>
              </a:pathLst>
            </a:custGeom>
            <a:solidFill>
              <a:srgbClr val="0C0A9E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1397522" y="2610562"/>
            <a:ext cx="7040788" cy="6286285"/>
          </a:xfrm>
          <a:custGeom>
            <a:avLst/>
            <a:gdLst/>
            <a:ahLst/>
            <a:cxnLst/>
            <a:rect r="r" b="b" t="t" l="l"/>
            <a:pathLst>
              <a:path h="6286285" w="7040788">
                <a:moveTo>
                  <a:pt x="0" y="0"/>
                </a:moveTo>
                <a:lnTo>
                  <a:pt x="7040788" y="0"/>
                </a:lnTo>
                <a:lnTo>
                  <a:pt x="7040788" y="6286285"/>
                </a:lnTo>
                <a:lnTo>
                  <a:pt x="0" y="628628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-10557" r="-91132" b="-9858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539364" y="1053798"/>
            <a:ext cx="15227998" cy="893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4"/>
              </a:lnSpc>
            </a:pPr>
            <a:r>
              <a:rPr lang="en-US" sz="5550" b="true">
                <a:solidFill>
                  <a:srgbClr val="0C0A9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Activation Functions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845278" y="3596516"/>
            <a:ext cx="6903358" cy="3550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169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Compare </a:t>
            </a:r>
            <a:r>
              <a:rPr lang="en-US" sz="2169" i="true">
                <a:solidFill>
                  <a:srgbClr val="1D1D1D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Sigmoid</a:t>
            </a:r>
            <a:r>
              <a:rPr lang="en-US" sz="2169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169" i="true">
                <a:solidFill>
                  <a:srgbClr val="1D1D1D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ReLU</a:t>
            </a:r>
            <a:r>
              <a:rPr lang="en-US" sz="2169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, and </a:t>
            </a:r>
            <a:r>
              <a:rPr lang="en-US" sz="2169" i="true">
                <a:solidFill>
                  <a:srgbClr val="1D1D1D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Tanh</a:t>
            </a:r>
            <a:r>
              <a:rPr lang="en-US" sz="2169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 across convergence speed, gradient behavior, and final accuracy. </a:t>
            </a:r>
            <a:r>
              <a:rPr lang="en-US" sz="2169" b="true">
                <a:solidFill>
                  <a:srgbClr val="1D1D1D"/>
                </a:solidFill>
                <a:latin typeface="Poppins Bold"/>
                <a:ea typeface="Poppins Bold"/>
                <a:cs typeface="Poppins Bold"/>
                <a:sym typeface="Poppins Bold"/>
              </a:rPr>
              <a:t>Sigmoid</a:t>
            </a:r>
            <a:r>
              <a:rPr lang="en-US" sz="2169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: smooth probabilistic output; can saturate. </a:t>
            </a:r>
            <a:r>
              <a:rPr lang="en-US" sz="2169" b="true">
                <a:solidFill>
                  <a:srgbClr val="1D1D1D"/>
                </a:solidFill>
                <a:latin typeface="Poppins Bold"/>
                <a:ea typeface="Poppins Bold"/>
                <a:cs typeface="Poppins Bold"/>
                <a:sym typeface="Poppins Bold"/>
              </a:rPr>
              <a:t>ReLU</a:t>
            </a:r>
            <a:r>
              <a:rPr lang="en-US" sz="2169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: fast convergence, risk of dead neurons. Tanh: zero-centered but still saturates.</a:t>
            </a:r>
          </a:p>
          <a:p>
            <a:pPr algn="l">
              <a:lnSpc>
                <a:spcPts val="3124"/>
              </a:lnSpc>
            </a:pPr>
          </a:p>
          <a:p>
            <a:pPr algn="l">
              <a:lnSpc>
                <a:spcPts val="3124"/>
              </a:lnSpc>
            </a:pPr>
            <a:r>
              <a:rPr lang="en-US" sz="2169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Empirical evaluation uses identical settings to isolate activation effects and informs recommended defaults.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730479" y="-2295363"/>
            <a:ext cx="7465676" cy="5697360"/>
            <a:chOff x="0" y="0"/>
            <a:chExt cx="9954235" cy="7596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54260" cy="7596505"/>
            </a:xfrm>
            <a:custGeom>
              <a:avLst/>
              <a:gdLst/>
              <a:ahLst/>
              <a:cxnLst/>
              <a:rect r="r" b="b" t="t" l="l"/>
              <a:pathLst>
                <a:path h="7596505" w="9954260">
                  <a:moveTo>
                    <a:pt x="0" y="0"/>
                  </a:moveTo>
                  <a:lnTo>
                    <a:pt x="9954260" y="0"/>
                  </a:lnTo>
                  <a:lnTo>
                    <a:pt x="9954260" y="7596505"/>
                  </a:lnTo>
                  <a:lnTo>
                    <a:pt x="0" y="75965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2338" t="-50332" r="-9380" b="-53336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089762" y="1080002"/>
            <a:ext cx="3036237" cy="6060243"/>
          </a:xfrm>
          <a:custGeom>
            <a:avLst/>
            <a:gdLst/>
            <a:ahLst/>
            <a:cxnLst/>
            <a:rect r="r" b="b" t="t" l="l"/>
            <a:pathLst>
              <a:path h="6060243" w="3036237">
                <a:moveTo>
                  <a:pt x="0" y="0"/>
                </a:moveTo>
                <a:lnTo>
                  <a:pt x="3036237" y="0"/>
                </a:lnTo>
                <a:lnTo>
                  <a:pt x="3036237" y="6060243"/>
                </a:lnTo>
                <a:lnTo>
                  <a:pt x="0" y="60602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5400000">
            <a:off x="16501682" y="-1753924"/>
            <a:ext cx="2841117" cy="5665680"/>
            <a:chOff x="0" y="0"/>
            <a:chExt cx="3788156" cy="755423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127"/>
              <a:ext cx="3788156" cy="7553960"/>
            </a:xfrm>
            <a:custGeom>
              <a:avLst/>
              <a:gdLst/>
              <a:ahLst/>
              <a:cxnLst/>
              <a:rect r="r" b="b" t="t" l="l"/>
              <a:pathLst>
                <a:path h="7553960" w="3788156">
                  <a:moveTo>
                    <a:pt x="3764915" y="0"/>
                  </a:moveTo>
                  <a:lnTo>
                    <a:pt x="2780284" y="982980"/>
                  </a:lnTo>
                  <a:lnTo>
                    <a:pt x="2775204" y="989711"/>
                  </a:lnTo>
                  <a:lnTo>
                    <a:pt x="2775204" y="3570351"/>
                  </a:lnTo>
                  <a:lnTo>
                    <a:pt x="1654175" y="4693285"/>
                  </a:lnTo>
                  <a:lnTo>
                    <a:pt x="1649095" y="4696714"/>
                  </a:lnTo>
                  <a:lnTo>
                    <a:pt x="1649095" y="6612636"/>
                  </a:lnTo>
                  <a:lnTo>
                    <a:pt x="1051179" y="7212457"/>
                  </a:lnTo>
                  <a:lnTo>
                    <a:pt x="0" y="7212457"/>
                  </a:lnTo>
                  <a:lnTo>
                    <a:pt x="0" y="7553960"/>
                  </a:lnTo>
                  <a:lnTo>
                    <a:pt x="34925" y="7553960"/>
                  </a:lnTo>
                  <a:lnTo>
                    <a:pt x="34925" y="7245858"/>
                  </a:lnTo>
                  <a:lnTo>
                    <a:pt x="1066165" y="7245858"/>
                  </a:lnTo>
                  <a:lnTo>
                    <a:pt x="1682623" y="6627622"/>
                  </a:lnTo>
                  <a:lnTo>
                    <a:pt x="1682623" y="4711700"/>
                  </a:lnTo>
                  <a:lnTo>
                    <a:pt x="2805430" y="3588766"/>
                  </a:lnTo>
                  <a:lnTo>
                    <a:pt x="2808732" y="3585337"/>
                  </a:lnTo>
                  <a:lnTo>
                    <a:pt x="2808732" y="1004570"/>
                  </a:lnTo>
                  <a:lnTo>
                    <a:pt x="3788156" y="23241"/>
                  </a:lnTo>
                  <a:lnTo>
                    <a:pt x="3764915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C0A9E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5786716" y="540001"/>
            <a:ext cx="6305760" cy="10237680"/>
          </a:xfrm>
          <a:custGeom>
            <a:avLst/>
            <a:gdLst/>
            <a:ahLst/>
            <a:cxnLst/>
            <a:rect r="r" b="b" t="t" l="l"/>
            <a:pathLst>
              <a:path h="10237680" w="6305760">
                <a:moveTo>
                  <a:pt x="0" y="0"/>
                </a:moveTo>
                <a:lnTo>
                  <a:pt x="6305760" y="0"/>
                </a:lnTo>
                <a:lnTo>
                  <a:pt x="6305760" y="10237679"/>
                </a:lnTo>
                <a:lnTo>
                  <a:pt x="0" y="102376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6680799" y="9463516"/>
            <a:ext cx="286169" cy="286169"/>
            <a:chOff x="0" y="0"/>
            <a:chExt cx="381559" cy="3815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1508" cy="381508"/>
            </a:xfrm>
            <a:custGeom>
              <a:avLst/>
              <a:gdLst/>
              <a:ahLst/>
              <a:cxnLst/>
              <a:rect r="r" b="b" t="t" l="l"/>
              <a:pathLst>
                <a:path h="381508" w="381508">
                  <a:moveTo>
                    <a:pt x="0" y="190754"/>
                  </a:moveTo>
                  <a:cubicBezTo>
                    <a:pt x="0" y="85471"/>
                    <a:pt x="85471" y="0"/>
                    <a:pt x="190754" y="0"/>
                  </a:cubicBezTo>
                  <a:lnTo>
                    <a:pt x="190754" y="12700"/>
                  </a:lnTo>
                  <a:lnTo>
                    <a:pt x="190754" y="0"/>
                  </a:lnTo>
                  <a:cubicBezTo>
                    <a:pt x="296164" y="0"/>
                    <a:pt x="381508" y="85471"/>
                    <a:pt x="381508" y="190754"/>
                  </a:cubicBezTo>
                  <a:cubicBezTo>
                    <a:pt x="381508" y="296037"/>
                    <a:pt x="296164" y="381508"/>
                    <a:pt x="190754" y="381508"/>
                  </a:cubicBezTo>
                  <a:lnTo>
                    <a:pt x="190754" y="368808"/>
                  </a:lnTo>
                  <a:lnTo>
                    <a:pt x="190754" y="381508"/>
                  </a:lnTo>
                  <a:cubicBezTo>
                    <a:pt x="85471" y="381508"/>
                    <a:pt x="0" y="296164"/>
                    <a:pt x="0" y="190754"/>
                  </a:cubicBezTo>
                  <a:lnTo>
                    <a:pt x="12700" y="190754"/>
                  </a:lnTo>
                  <a:lnTo>
                    <a:pt x="23622" y="197231"/>
                  </a:lnTo>
                  <a:cubicBezTo>
                    <a:pt x="20701" y="202184"/>
                    <a:pt x="14859" y="204470"/>
                    <a:pt x="9398" y="202946"/>
                  </a:cubicBezTo>
                  <a:cubicBezTo>
                    <a:pt x="3937" y="201422"/>
                    <a:pt x="0" y="196469"/>
                    <a:pt x="0" y="190754"/>
                  </a:cubicBezTo>
                  <a:moveTo>
                    <a:pt x="25400" y="190754"/>
                  </a:moveTo>
                  <a:lnTo>
                    <a:pt x="12700" y="190754"/>
                  </a:lnTo>
                  <a:lnTo>
                    <a:pt x="1778" y="184277"/>
                  </a:lnTo>
                  <a:cubicBezTo>
                    <a:pt x="4699" y="179324"/>
                    <a:pt x="10541" y="177038"/>
                    <a:pt x="16002" y="178562"/>
                  </a:cubicBezTo>
                  <a:cubicBezTo>
                    <a:pt x="21463" y="180086"/>
                    <a:pt x="25400" y="185039"/>
                    <a:pt x="25400" y="190754"/>
                  </a:cubicBezTo>
                  <a:cubicBezTo>
                    <a:pt x="25400" y="282067"/>
                    <a:pt x="99441" y="356108"/>
                    <a:pt x="190754" y="356108"/>
                  </a:cubicBezTo>
                  <a:cubicBezTo>
                    <a:pt x="282067" y="356108"/>
                    <a:pt x="356108" y="282067"/>
                    <a:pt x="356108" y="190754"/>
                  </a:cubicBezTo>
                  <a:lnTo>
                    <a:pt x="368808" y="190754"/>
                  </a:lnTo>
                  <a:lnTo>
                    <a:pt x="356108" y="190754"/>
                  </a:lnTo>
                  <a:cubicBezTo>
                    <a:pt x="356108" y="99441"/>
                    <a:pt x="282067" y="25400"/>
                    <a:pt x="190754" y="25400"/>
                  </a:cubicBezTo>
                  <a:lnTo>
                    <a:pt x="190754" y="12700"/>
                  </a:lnTo>
                  <a:lnTo>
                    <a:pt x="190754" y="25400"/>
                  </a:lnTo>
                  <a:cubicBezTo>
                    <a:pt x="99441" y="25400"/>
                    <a:pt x="25400" y="99441"/>
                    <a:pt x="25400" y="190754"/>
                  </a:cubicBezTo>
                  <a:close/>
                </a:path>
              </a:pathLst>
            </a:custGeom>
            <a:solidFill>
              <a:srgbClr val="8208D5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6728481" y="9510484"/>
            <a:ext cx="191519" cy="191519"/>
          </a:xfrm>
          <a:custGeom>
            <a:avLst/>
            <a:gdLst/>
            <a:ahLst/>
            <a:cxnLst/>
            <a:rect r="r" b="b" t="t" l="l"/>
            <a:pathLst>
              <a:path h="191519" w="191519">
                <a:moveTo>
                  <a:pt x="0" y="0"/>
                </a:moveTo>
                <a:lnTo>
                  <a:pt x="191519" y="0"/>
                </a:lnTo>
                <a:lnTo>
                  <a:pt x="191519" y="191519"/>
                </a:lnTo>
                <a:lnTo>
                  <a:pt x="0" y="19151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7871672" y="7579995"/>
            <a:ext cx="286169" cy="286169"/>
            <a:chOff x="0" y="0"/>
            <a:chExt cx="381559" cy="3815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1508" cy="381508"/>
            </a:xfrm>
            <a:custGeom>
              <a:avLst/>
              <a:gdLst/>
              <a:ahLst/>
              <a:cxnLst/>
              <a:rect r="r" b="b" t="t" l="l"/>
              <a:pathLst>
                <a:path h="381508" w="381508">
                  <a:moveTo>
                    <a:pt x="0" y="190754"/>
                  </a:moveTo>
                  <a:cubicBezTo>
                    <a:pt x="0" y="85471"/>
                    <a:pt x="85471" y="0"/>
                    <a:pt x="190754" y="0"/>
                  </a:cubicBezTo>
                  <a:lnTo>
                    <a:pt x="190754" y="12700"/>
                  </a:lnTo>
                  <a:lnTo>
                    <a:pt x="190754" y="0"/>
                  </a:lnTo>
                  <a:cubicBezTo>
                    <a:pt x="296164" y="0"/>
                    <a:pt x="381508" y="85471"/>
                    <a:pt x="381508" y="190754"/>
                  </a:cubicBezTo>
                  <a:cubicBezTo>
                    <a:pt x="381508" y="296037"/>
                    <a:pt x="296164" y="381508"/>
                    <a:pt x="190754" y="381508"/>
                  </a:cubicBezTo>
                  <a:lnTo>
                    <a:pt x="190754" y="368808"/>
                  </a:lnTo>
                  <a:lnTo>
                    <a:pt x="190754" y="381508"/>
                  </a:lnTo>
                  <a:cubicBezTo>
                    <a:pt x="85471" y="381508"/>
                    <a:pt x="0" y="296164"/>
                    <a:pt x="0" y="190754"/>
                  </a:cubicBezTo>
                  <a:lnTo>
                    <a:pt x="12700" y="190754"/>
                  </a:lnTo>
                  <a:lnTo>
                    <a:pt x="23622" y="197231"/>
                  </a:lnTo>
                  <a:cubicBezTo>
                    <a:pt x="20701" y="202184"/>
                    <a:pt x="14859" y="204470"/>
                    <a:pt x="9398" y="202946"/>
                  </a:cubicBezTo>
                  <a:cubicBezTo>
                    <a:pt x="3937" y="201422"/>
                    <a:pt x="0" y="196469"/>
                    <a:pt x="0" y="190754"/>
                  </a:cubicBezTo>
                  <a:moveTo>
                    <a:pt x="25400" y="190754"/>
                  </a:moveTo>
                  <a:lnTo>
                    <a:pt x="12700" y="190754"/>
                  </a:lnTo>
                  <a:lnTo>
                    <a:pt x="1778" y="184277"/>
                  </a:lnTo>
                  <a:cubicBezTo>
                    <a:pt x="4699" y="179324"/>
                    <a:pt x="10541" y="177038"/>
                    <a:pt x="16002" y="178562"/>
                  </a:cubicBezTo>
                  <a:cubicBezTo>
                    <a:pt x="21463" y="180086"/>
                    <a:pt x="25400" y="185039"/>
                    <a:pt x="25400" y="190754"/>
                  </a:cubicBezTo>
                  <a:cubicBezTo>
                    <a:pt x="25400" y="282067"/>
                    <a:pt x="99441" y="356108"/>
                    <a:pt x="190754" y="356108"/>
                  </a:cubicBezTo>
                  <a:cubicBezTo>
                    <a:pt x="282067" y="356108"/>
                    <a:pt x="356108" y="282067"/>
                    <a:pt x="356108" y="190754"/>
                  </a:cubicBezTo>
                  <a:lnTo>
                    <a:pt x="368808" y="190754"/>
                  </a:lnTo>
                  <a:lnTo>
                    <a:pt x="356108" y="190754"/>
                  </a:lnTo>
                  <a:cubicBezTo>
                    <a:pt x="356108" y="99441"/>
                    <a:pt x="282067" y="25400"/>
                    <a:pt x="190754" y="25400"/>
                  </a:cubicBezTo>
                  <a:lnTo>
                    <a:pt x="190754" y="12700"/>
                  </a:lnTo>
                  <a:lnTo>
                    <a:pt x="190754" y="25400"/>
                  </a:lnTo>
                  <a:cubicBezTo>
                    <a:pt x="99441" y="25400"/>
                    <a:pt x="25400" y="99441"/>
                    <a:pt x="25400" y="190754"/>
                  </a:cubicBezTo>
                  <a:close/>
                </a:path>
              </a:pathLst>
            </a:custGeom>
            <a:solidFill>
              <a:srgbClr val="8208D5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7919363" y="7626963"/>
            <a:ext cx="191519" cy="191519"/>
          </a:xfrm>
          <a:custGeom>
            <a:avLst/>
            <a:gdLst/>
            <a:ahLst/>
            <a:cxnLst/>
            <a:rect r="r" b="b" t="t" l="l"/>
            <a:pathLst>
              <a:path h="191519" w="191519">
                <a:moveTo>
                  <a:pt x="0" y="0"/>
                </a:moveTo>
                <a:lnTo>
                  <a:pt x="191520" y="0"/>
                </a:lnTo>
                <a:lnTo>
                  <a:pt x="191520" y="191519"/>
                </a:lnTo>
                <a:lnTo>
                  <a:pt x="0" y="19151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7603838" y="4839672"/>
            <a:ext cx="286169" cy="286169"/>
            <a:chOff x="0" y="0"/>
            <a:chExt cx="381559" cy="38155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1508" cy="381508"/>
            </a:xfrm>
            <a:custGeom>
              <a:avLst/>
              <a:gdLst/>
              <a:ahLst/>
              <a:cxnLst/>
              <a:rect r="r" b="b" t="t" l="l"/>
              <a:pathLst>
                <a:path h="381508" w="381508">
                  <a:moveTo>
                    <a:pt x="0" y="190754"/>
                  </a:moveTo>
                  <a:cubicBezTo>
                    <a:pt x="0" y="85471"/>
                    <a:pt x="85471" y="0"/>
                    <a:pt x="190754" y="0"/>
                  </a:cubicBezTo>
                  <a:lnTo>
                    <a:pt x="190754" y="12700"/>
                  </a:lnTo>
                  <a:lnTo>
                    <a:pt x="190754" y="0"/>
                  </a:lnTo>
                  <a:cubicBezTo>
                    <a:pt x="296164" y="0"/>
                    <a:pt x="381508" y="85471"/>
                    <a:pt x="381508" y="190754"/>
                  </a:cubicBezTo>
                  <a:cubicBezTo>
                    <a:pt x="381508" y="296037"/>
                    <a:pt x="296164" y="381508"/>
                    <a:pt x="190754" y="381508"/>
                  </a:cubicBezTo>
                  <a:lnTo>
                    <a:pt x="190754" y="368808"/>
                  </a:lnTo>
                  <a:lnTo>
                    <a:pt x="190754" y="381508"/>
                  </a:lnTo>
                  <a:cubicBezTo>
                    <a:pt x="85471" y="381508"/>
                    <a:pt x="0" y="296164"/>
                    <a:pt x="0" y="190754"/>
                  </a:cubicBezTo>
                  <a:lnTo>
                    <a:pt x="12700" y="190754"/>
                  </a:lnTo>
                  <a:lnTo>
                    <a:pt x="23622" y="197231"/>
                  </a:lnTo>
                  <a:cubicBezTo>
                    <a:pt x="20701" y="202184"/>
                    <a:pt x="14859" y="204470"/>
                    <a:pt x="9398" y="202946"/>
                  </a:cubicBezTo>
                  <a:cubicBezTo>
                    <a:pt x="3937" y="201422"/>
                    <a:pt x="0" y="196469"/>
                    <a:pt x="0" y="190754"/>
                  </a:cubicBezTo>
                  <a:moveTo>
                    <a:pt x="25400" y="190754"/>
                  </a:moveTo>
                  <a:lnTo>
                    <a:pt x="12700" y="190754"/>
                  </a:lnTo>
                  <a:lnTo>
                    <a:pt x="1778" y="184277"/>
                  </a:lnTo>
                  <a:cubicBezTo>
                    <a:pt x="4699" y="179324"/>
                    <a:pt x="10541" y="177038"/>
                    <a:pt x="16002" y="178562"/>
                  </a:cubicBezTo>
                  <a:cubicBezTo>
                    <a:pt x="21463" y="180086"/>
                    <a:pt x="25400" y="185039"/>
                    <a:pt x="25400" y="190754"/>
                  </a:cubicBezTo>
                  <a:cubicBezTo>
                    <a:pt x="25400" y="282067"/>
                    <a:pt x="99441" y="356108"/>
                    <a:pt x="190754" y="356108"/>
                  </a:cubicBezTo>
                  <a:cubicBezTo>
                    <a:pt x="282067" y="356108"/>
                    <a:pt x="356108" y="282067"/>
                    <a:pt x="356108" y="190754"/>
                  </a:cubicBezTo>
                  <a:lnTo>
                    <a:pt x="368808" y="190754"/>
                  </a:lnTo>
                  <a:lnTo>
                    <a:pt x="356108" y="190754"/>
                  </a:lnTo>
                  <a:cubicBezTo>
                    <a:pt x="356108" y="99441"/>
                    <a:pt x="282067" y="25400"/>
                    <a:pt x="190754" y="25400"/>
                  </a:cubicBezTo>
                  <a:lnTo>
                    <a:pt x="190754" y="12700"/>
                  </a:lnTo>
                  <a:lnTo>
                    <a:pt x="190754" y="25400"/>
                  </a:lnTo>
                  <a:cubicBezTo>
                    <a:pt x="99441" y="25400"/>
                    <a:pt x="25400" y="99441"/>
                    <a:pt x="25400" y="190754"/>
                  </a:cubicBezTo>
                  <a:close/>
                </a:path>
              </a:pathLst>
            </a:custGeom>
            <a:solidFill>
              <a:srgbClr val="8208D5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17650797" y="4887363"/>
            <a:ext cx="191519" cy="191519"/>
          </a:xfrm>
          <a:custGeom>
            <a:avLst/>
            <a:gdLst/>
            <a:ahLst/>
            <a:cxnLst/>
            <a:rect r="r" b="b" t="t" l="l"/>
            <a:pathLst>
              <a:path h="191519" w="191519">
                <a:moveTo>
                  <a:pt x="0" y="0"/>
                </a:moveTo>
                <a:lnTo>
                  <a:pt x="191519" y="0"/>
                </a:lnTo>
                <a:lnTo>
                  <a:pt x="191519" y="191519"/>
                </a:lnTo>
                <a:lnTo>
                  <a:pt x="0" y="19151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-1152096" y="7548010"/>
            <a:ext cx="3909793" cy="4144537"/>
          </a:xfrm>
          <a:custGeom>
            <a:avLst/>
            <a:gdLst/>
            <a:ahLst/>
            <a:cxnLst/>
            <a:rect r="r" b="b" t="t" l="l"/>
            <a:pathLst>
              <a:path h="4144537" w="3909793">
                <a:moveTo>
                  <a:pt x="0" y="0"/>
                </a:moveTo>
                <a:lnTo>
                  <a:pt x="3909793" y="0"/>
                </a:lnTo>
                <a:lnTo>
                  <a:pt x="3909793" y="4144537"/>
                </a:lnTo>
                <a:lnTo>
                  <a:pt x="0" y="414453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-1038958" y="-1146238"/>
            <a:ext cx="3002404" cy="5613844"/>
          </a:xfrm>
          <a:custGeom>
            <a:avLst/>
            <a:gdLst/>
            <a:ahLst/>
            <a:cxnLst/>
            <a:rect r="r" b="b" t="t" l="l"/>
            <a:pathLst>
              <a:path h="5613844" w="3002404">
                <a:moveTo>
                  <a:pt x="0" y="0"/>
                </a:moveTo>
                <a:lnTo>
                  <a:pt x="3002403" y="0"/>
                </a:lnTo>
                <a:lnTo>
                  <a:pt x="3002403" y="5613844"/>
                </a:lnTo>
                <a:lnTo>
                  <a:pt x="0" y="561384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43997" y="998277"/>
            <a:ext cx="16199282" cy="1812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1D1D1D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Backpropagation &amp; Optimizers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43997" y="3665458"/>
            <a:ext cx="16199282" cy="5622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2799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Backpropagation implemented manually using vectorized NumPy operations to compute gradients for weights and biases. </a:t>
            </a:r>
          </a:p>
          <a:p>
            <a:pPr algn="l">
              <a:lnSpc>
                <a:spcPts val="5039"/>
              </a:lnSpc>
            </a:pPr>
          </a:p>
          <a:p>
            <a:pPr algn="l">
              <a:lnSpc>
                <a:spcPts val="5039"/>
              </a:lnSpc>
            </a:pPr>
            <a:r>
              <a:rPr lang="en-US" sz="2799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Training uses </a:t>
            </a:r>
            <a:r>
              <a:rPr lang="en-US" sz="2799" i="true">
                <a:solidFill>
                  <a:srgbClr val="1D1D1D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mini-batch SGD</a:t>
            </a:r>
            <a:r>
              <a:rPr lang="en-US" sz="2799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 with optional momentum. Gradient updates include </a:t>
            </a:r>
            <a:r>
              <a:rPr lang="en-US" sz="2799" b="true">
                <a:solidFill>
                  <a:srgbClr val="1D1D1D"/>
                </a:solidFill>
                <a:latin typeface="Poppins Bold"/>
                <a:ea typeface="Poppins Bold"/>
                <a:cs typeface="Poppins Bold"/>
                <a:sym typeface="Poppins Bold"/>
              </a:rPr>
              <a:t>L1</a:t>
            </a:r>
            <a:r>
              <a:rPr lang="en-US" sz="2799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lang="en-US" sz="2799" b="true">
                <a:solidFill>
                  <a:srgbClr val="1D1D1D"/>
                </a:solidFill>
                <a:latin typeface="Poppins Bold"/>
                <a:ea typeface="Poppins Bold"/>
                <a:cs typeface="Poppins Bold"/>
                <a:sym typeface="Poppins Bold"/>
              </a:rPr>
              <a:t>L2</a:t>
            </a:r>
            <a:r>
              <a:rPr lang="en-US" sz="2799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 regularization terms applied to weight gradients to control overfitting and sparsity.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730479" y="-2295363"/>
            <a:ext cx="7465676" cy="5697360"/>
            <a:chOff x="0" y="0"/>
            <a:chExt cx="9954235" cy="7596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54260" cy="7596505"/>
            </a:xfrm>
            <a:custGeom>
              <a:avLst/>
              <a:gdLst/>
              <a:ahLst/>
              <a:cxnLst/>
              <a:rect r="r" b="b" t="t" l="l"/>
              <a:pathLst>
                <a:path h="7596505" w="9954260">
                  <a:moveTo>
                    <a:pt x="0" y="0"/>
                  </a:moveTo>
                  <a:lnTo>
                    <a:pt x="9954260" y="0"/>
                  </a:lnTo>
                  <a:lnTo>
                    <a:pt x="9954260" y="7596505"/>
                  </a:lnTo>
                  <a:lnTo>
                    <a:pt x="0" y="75965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2338" t="-50332" r="-9380" b="-53336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089762" y="1080002"/>
            <a:ext cx="3036237" cy="6060243"/>
          </a:xfrm>
          <a:custGeom>
            <a:avLst/>
            <a:gdLst/>
            <a:ahLst/>
            <a:cxnLst/>
            <a:rect r="r" b="b" t="t" l="l"/>
            <a:pathLst>
              <a:path h="6060243" w="3036237">
                <a:moveTo>
                  <a:pt x="0" y="0"/>
                </a:moveTo>
                <a:lnTo>
                  <a:pt x="3036237" y="0"/>
                </a:lnTo>
                <a:lnTo>
                  <a:pt x="3036237" y="6060243"/>
                </a:lnTo>
                <a:lnTo>
                  <a:pt x="0" y="60602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5400000">
            <a:off x="16501682" y="-1753924"/>
            <a:ext cx="2841117" cy="5665680"/>
            <a:chOff x="0" y="0"/>
            <a:chExt cx="3788156" cy="755423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127"/>
              <a:ext cx="3788156" cy="7553960"/>
            </a:xfrm>
            <a:custGeom>
              <a:avLst/>
              <a:gdLst/>
              <a:ahLst/>
              <a:cxnLst/>
              <a:rect r="r" b="b" t="t" l="l"/>
              <a:pathLst>
                <a:path h="7553960" w="3788156">
                  <a:moveTo>
                    <a:pt x="3764915" y="0"/>
                  </a:moveTo>
                  <a:lnTo>
                    <a:pt x="2780284" y="982980"/>
                  </a:lnTo>
                  <a:lnTo>
                    <a:pt x="2775204" y="989711"/>
                  </a:lnTo>
                  <a:lnTo>
                    <a:pt x="2775204" y="3570351"/>
                  </a:lnTo>
                  <a:lnTo>
                    <a:pt x="1654175" y="4693285"/>
                  </a:lnTo>
                  <a:lnTo>
                    <a:pt x="1649095" y="4696714"/>
                  </a:lnTo>
                  <a:lnTo>
                    <a:pt x="1649095" y="6612636"/>
                  </a:lnTo>
                  <a:lnTo>
                    <a:pt x="1051179" y="7212457"/>
                  </a:lnTo>
                  <a:lnTo>
                    <a:pt x="0" y="7212457"/>
                  </a:lnTo>
                  <a:lnTo>
                    <a:pt x="0" y="7553960"/>
                  </a:lnTo>
                  <a:lnTo>
                    <a:pt x="34925" y="7553960"/>
                  </a:lnTo>
                  <a:lnTo>
                    <a:pt x="34925" y="7245858"/>
                  </a:lnTo>
                  <a:lnTo>
                    <a:pt x="1066165" y="7245858"/>
                  </a:lnTo>
                  <a:lnTo>
                    <a:pt x="1682623" y="6627622"/>
                  </a:lnTo>
                  <a:lnTo>
                    <a:pt x="1682623" y="4711700"/>
                  </a:lnTo>
                  <a:lnTo>
                    <a:pt x="2805430" y="3588766"/>
                  </a:lnTo>
                  <a:lnTo>
                    <a:pt x="2808732" y="3585337"/>
                  </a:lnTo>
                  <a:lnTo>
                    <a:pt x="2808732" y="1004570"/>
                  </a:lnTo>
                  <a:lnTo>
                    <a:pt x="3788156" y="23241"/>
                  </a:lnTo>
                  <a:lnTo>
                    <a:pt x="3764915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C0A9E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5786716" y="540001"/>
            <a:ext cx="6305760" cy="10237680"/>
          </a:xfrm>
          <a:custGeom>
            <a:avLst/>
            <a:gdLst/>
            <a:ahLst/>
            <a:cxnLst/>
            <a:rect r="r" b="b" t="t" l="l"/>
            <a:pathLst>
              <a:path h="10237680" w="6305760">
                <a:moveTo>
                  <a:pt x="0" y="0"/>
                </a:moveTo>
                <a:lnTo>
                  <a:pt x="6305760" y="0"/>
                </a:lnTo>
                <a:lnTo>
                  <a:pt x="6305760" y="10237679"/>
                </a:lnTo>
                <a:lnTo>
                  <a:pt x="0" y="102376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6680799" y="9463516"/>
            <a:ext cx="286169" cy="286169"/>
            <a:chOff x="0" y="0"/>
            <a:chExt cx="381559" cy="3815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1508" cy="381508"/>
            </a:xfrm>
            <a:custGeom>
              <a:avLst/>
              <a:gdLst/>
              <a:ahLst/>
              <a:cxnLst/>
              <a:rect r="r" b="b" t="t" l="l"/>
              <a:pathLst>
                <a:path h="381508" w="381508">
                  <a:moveTo>
                    <a:pt x="0" y="190754"/>
                  </a:moveTo>
                  <a:cubicBezTo>
                    <a:pt x="0" y="85471"/>
                    <a:pt x="85471" y="0"/>
                    <a:pt x="190754" y="0"/>
                  </a:cubicBezTo>
                  <a:lnTo>
                    <a:pt x="190754" y="12700"/>
                  </a:lnTo>
                  <a:lnTo>
                    <a:pt x="190754" y="0"/>
                  </a:lnTo>
                  <a:cubicBezTo>
                    <a:pt x="296164" y="0"/>
                    <a:pt x="381508" y="85471"/>
                    <a:pt x="381508" y="190754"/>
                  </a:cubicBezTo>
                  <a:cubicBezTo>
                    <a:pt x="381508" y="296037"/>
                    <a:pt x="296164" y="381508"/>
                    <a:pt x="190754" y="381508"/>
                  </a:cubicBezTo>
                  <a:lnTo>
                    <a:pt x="190754" y="368808"/>
                  </a:lnTo>
                  <a:lnTo>
                    <a:pt x="190754" y="381508"/>
                  </a:lnTo>
                  <a:cubicBezTo>
                    <a:pt x="85471" y="381508"/>
                    <a:pt x="0" y="296164"/>
                    <a:pt x="0" y="190754"/>
                  </a:cubicBezTo>
                  <a:lnTo>
                    <a:pt x="12700" y="190754"/>
                  </a:lnTo>
                  <a:lnTo>
                    <a:pt x="23622" y="197231"/>
                  </a:lnTo>
                  <a:cubicBezTo>
                    <a:pt x="20701" y="202184"/>
                    <a:pt x="14859" y="204470"/>
                    <a:pt x="9398" y="202946"/>
                  </a:cubicBezTo>
                  <a:cubicBezTo>
                    <a:pt x="3937" y="201422"/>
                    <a:pt x="0" y="196469"/>
                    <a:pt x="0" y="190754"/>
                  </a:cubicBezTo>
                  <a:moveTo>
                    <a:pt x="25400" y="190754"/>
                  </a:moveTo>
                  <a:lnTo>
                    <a:pt x="12700" y="190754"/>
                  </a:lnTo>
                  <a:lnTo>
                    <a:pt x="1778" y="184277"/>
                  </a:lnTo>
                  <a:cubicBezTo>
                    <a:pt x="4699" y="179324"/>
                    <a:pt x="10541" y="177038"/>
                    <a:pt x="16002" y="178562"/>
                  </a:cubicBezTo>
                  <a:cubicBezTo>
                    <a:pt x="21463" y="180086"/>
                    <a:pt x="25400" y="185039"/>
                    <a:pt x="25400" y="190754"/>
                  </a:cubicBezTo>
                  <a:cubicBezTo>
                    <a:pt x="25400" y="282067"/>
                    <a:pt x="99441" y="356108"/>
                    <a:pt x="190754" y="356108"/>
                  </a:cubicBezTo>
                  <a:cubicBezTo>
                    <a:pt x="282067" y="356108"/>
                    <a:pt x="356108" y="282067"/>
                    <a:pt x="356108" y="190754"/>
                  </a:cubicBezTo>
                  <a:lnTo>
                    <a:pt x="368808" y="190754"/>
                  </a:lnTo>
                  <a:lnTo>
                    <a:pt x="356108" y="190754"/>
                  </a:lnTo>
                  <a:cubicBezTo>
                    <a:pt x="356108" y="99441"/>
                    <a:pt x="282067" y="25400"/>
                    <a:pt x="190754" y="25400"/>
                  </a:cubicBezTo>
                  <a:lnTo>
                    <a:pt x="190754" y="12700"/>
                  </a:lnTo>
                  <a:lnTo>
                    <a:pt x="190754" y="25400"/>
                  </a:lnTo>
                  <a:cubicBezTo>
                    <a:pt x="99441" y="25400"/>
                    <a:pt x="25400" y="99441"/>
                    <a:pt x="25400" y="190754"/>
                  </a:cubicBezTo>
                  <a:close/>
                </a:path>
              </a:pathLst>
            </a:custGeom>
            <a:solidFill>
              <a:srgbClr val="8208D5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6728481" y="9510484"/>
            <a:ext cx="191519" cy="191519"/>
          </a:xfrm>
          <a:custGeom>
            <a:avLst/>
            <a:gdLst/>
            <a:ahLst/>
            <a:cxnLst/>
            <a:rect r="r" b="b" t="t" l="l"/>
            <a:pathLst>
              <a:path h="191519" w="191519">
                <a:moveTo>
                  <a:pt x="0" y="0"/>
                </a:moveTo>
                <a:lnTo>
                  <a:pt x="191519" y="0"/>
                </a:lnTo>
                <a:lnTo>
                  <a:pt x="191519" y="191519"/>
                </a:lnTo>
                <a:lnTo>
                  <a:pt x="0" y="19151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7871672" y="7579995"/>
            <a:ext cx="286169" cy="286169"/>
            <a:chOff x="0" y="0"/>
            <a:chExt cx="381559" cy="3815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1508" cy="381508"/>
            </a:xfrm>
            <a:custGeom>
              <a:avLst/>
              <a:gdLst/>
              <a:ahLst/>
              <a:cxnLst/>
              <a:rect r="r" b="b" t="t" l="l"/>
              <a:pathLst>
                <a:path h="381508" w="381508">
                  <a:moveTo>
                    <a:pt x="0" y="190754"/>
                  </a:moveTo>
                  <a:cubicBezTo>
                    <a:pt x="0" y="85471"/>
                    <a:pt x="85471" y="0"/>
                    <a:pt x="190754" y="0"/>
                  </a:cubicBezTo>
                  <a:lnTo>
                    <a:pt x="190754" y="12700"/>
                  </a:lnTo>
                  <a:lnTo>
                    <a:pt x="190754" y="0"/>
                  </a:lnTo>
                  <a:cubicBezTo>
                    <a:pt x="296164" y="0"/>
                    <a:pt x="381508" y="85471"/>
                    <a:pt x="381508" y="190754"/>
                  </a:cubicBezTo>
                  <a:cubicBezTo>
                    <a:pt x="381508" y="296037"/>
                    <a:pt x="296164" y="381508"/>
                    <a:pt x="190754" y="381508"/>
                  </a:cubicBezTo>
                  <a:lnTo>
                    <a:pt x="190754" y="368808"/>
                  </a:lnTo>
                  <a:lnTo>
                    <a:pt x="190754" y="381508"/>
                  </a:lnTo>
                  <a:cubicBezTo>
                    <a:pt x="85471" y="381508"/>
                    <a:pt x="0" y="296164"/>
                    <a:pt x="0" y="190754"/>
                  </a:cubicBezTo>
                  <a:lnTo>
                    <a:pt x="12700" y="190754"/>
                  </a:lnTo>
                  <a:lnTo>
                    <a:pt x="23622" y="197231"/>
                  </a:lnTo>
                  <a:cubicBezTo>
                    <a:pt x="20701" y="202184"/>
                    <a:pt x="14859" y="204470"/>
                    <a:pt x="9398" y="202946"/>
                  </a:cubicBezTo>
                  <a:cubicBezTo>
                    <a:pt x="3937" y="201422"/>
                    <a:pt x="0" y="196469"/>
                    <a:pt x="0" y="190754"/>
                  </a:cubicBezTo>
                  <a:moveTo>
                    <a:pt x="25400" y="190754"/>
                  </a:moveTo>
                  <a:lnTo>
                    <a:pt x="12700" y="190754"/>
                  </a:lnTo>
                  <a:lnTo>
                    <a:pt x="1778" y="184277"/>
                  </a:lnTo>
                  <a:cubicBezTo>
                    <a:pt x="4699" y="179324"/>
                    <a:pt x="10541" y="177038"/>
                    <a:pt x="16002" y="178562"/>
                  </a:cubicBezTo>
                  <a:cubicBezTo>
                    <a:pt x="21463" y="180086"/>
                    <a:pt x="25400" y="185039"/>
                    <a:pt x="25400" y="190754"/>
                  </a:cubicBezTo>
                  <a:cubicBezTo>
                    <a:pt x="25400" y="282067"/>
                    <a:pt x="99441" y="356108"/>
                    <a:pt x="190754" y="356108"/>
                  </a:cubicBezTo>
                  <a:cubicBezTo>
                    <a:pt x="282067" y="356108"/>
                    <a:pt x="356108" y="282067"/>
                    <a:pt x="356108" y="190754"/>
                  </a:cubicBezTo>
                  <a:lnTo>
                    <a:pt x="368808" y="190754"/>
                  </a:lnTo>
                  <a:lnTo>
                    <a:pt x="356108" y="190754"/>
                  </a:lnTo>
                  <a:cubicBezTo>
                    <a:pt x="356108" y="99441"/>
                    <a:pt x="282067" y="25400"/>
                    <a:pt x="190754" y="25400"/>
                  </a:cubicBezTo>
                  <a:lnTo>
                    <a:pt x="190754" y="12700"/>
                  </a:lnTo>
                  <a:lnTo>
                    <a:pt x="190754" y="25400"/>
                  </a:lnTo>
                  <a:cubicBezTo>
                    <a:pt x="99441" y="25400"/>
                    <a:pt x="25400" y="99441"/>
                    <a:pt x="25400" y="190754"/>
                  </a:cubicBezTo>
                  <a:close/>
                </a:path>
              </a:pathLst>
            </a:custGeom>
            <a:solidFill>
              <a:srgbClr val="8208D5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7919363" y="7626963"/>
            <a:ext cx="191519" cy="191519"/>
          </a:xfrm>
          <a:custGeom>
            <a:avLst/>
            <a:gdLst/>
            <a:ahLst/>
            <a:cxnLst/>
            <a:rect r="r" b="b" t="t" l="l"/>
            <a:pathLst>
              <a:path h="191519" w="191519">
                <a:moveTo>
                  <a:pt x="0" y="0"/>
                </a:moveTo>
                <a:lnTo>
                  <a:pt x="191520" y="0"/>
                </a:lnTo>
                <a:lnTo>
                  <a:pt x="191520" y="191519"/>
                </a:lnTo>
                <a:lnTo>
                  <a:pt x="0" y="19151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7603838" y="4839672"/>
            <a:ext cx="286169" cy="286169"/>
            <a:chOff x="0" y="0"/>
            <a:chExt cx="381559" cy="38155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1508" cy="381508"/>
            </a:xfrm>
            <a:custGeom>
              <a:avLst/>
              <a:gdLst/>
              <a:ahLst/>
              <a:cxnLst/>
              <a:rect r="r" b="b" t="t" l="l"/>
              <a:pathLst>
                <a:path h="381508" w="381508">
                  <a:moveTo>
                    <a:pt x="0" y="190754"/>
                  </a:moveTo>
                  <a:cubicBezTo>
                    <a:pt x="0" y="85471"/>
                    <a:pt x="85471" y="0"/>
                    <a:pt x="190754" y="0"/>
                  </a:cubicBezTo>
                  <a:lnTo>
                    <a:pt x="190754" y="12700"/>
                  </a:lnTo>
                  <a:lnTo>
                    <a:pt x="190754" y="0"/>
                  </a:lnTo>
                  <a:cubicBezTo>
                    <a:pt x="296164" y="0"/>
                    <a:pt x="381508" y="85471"/>
                    <a:pt x="381508" y="190754"/>
                  </a:cubicBezTo>
                  <a:cubicBezTo>
                    <a:pt x="381508" y="296037"/>
                    <a:pt x="296164" y="381508"/>
                    <a:pt x="190754" y="381508"/>
                  </a:cubicBezTo>
                  <a:lnTo>
                    <a:pt x="190754" y="368808"/>
                  </a:lnTo>
                  <a:lnTo>
                    <a:pt x="190754" y="381508"/>
                  </a:lnTo>
                  <a:cubicBezTo>
                    <a:pt x="85471" y="381508"/>
                    <a:pt x="0" y="296164"/>
                    <a:pt x="0" y="190754"/>
                  </a:cubicBezTo>
                  <a:lnTo>
                    <a:pt x="12700" y="190754"/>
                  </a:lnTo>
                  <a:lnTo>
                    <a:pt x="23622" y="197231"/>
                  </a:lnTo>
                  <a:cubicBezTo>
                    <a:pt x="20701" y="202184"/>
                    <a:pt x="14859" y="204470"/>
                    <a:pt x="9398" y="202946"/>
                  </a:cubicBezTo>
                  <a:cubicBezTo>
                    <a:pt x="3937" y="201422"/>
                    <a:pt x="0" y="196469"/>
                    <a:pt x="0" y="190754"/>
                  </a:cubicBezTo>
                  <a:moveTo>
                    <a:pt x="25400" y="190754"/>
                  </a:moveTo>
                  <a:lnTo>
                    <a:pt x="12700" y="190754"/>
                  </a:lnTo>
                  <a:lnTo>
                    <a:pt x="1778" y="184277"/>
                  </a:lnTo>
                  <a:cubicBezTo>
                    <a:pt x="4699" y="179324"/>
                    <a:pt x="10541" y="177038"/>
                    <a:pt x="16002" y="178562"/>
                  </a:cubicBezTo>
                  <a:cubicBezTo>
                    <a:pt x="21463" y="180086"/>
                    <a:pt x="25400" y="185039"/>
                    <a:pt x="25400" y="190754"/>
                  </a:cubicBezTo>
                  <a:cubicBezTo>
                    <a:pt x="25400" y="282067"/>
                    <a:pt x="99441" y="356108"/>
                    <a:pt x="190754" y="356108"/>
                  </a:cubicBezTo>
                  <a:cubicBezTo>
                    <a:pt x="282067" y="356108"/>
                    <a:pt x="356108" y="282067"/>
                    <a:pt x="356108" y="190754"/>
                  </a:cubicBezTo>
                  <a:lnTo>
                    <a:pt x="368808" y="190754"/>
                  </a:lnTo>
                  <a:lnTo>
                    <a:pt x="356108" y="190754"/>
                  </a:lnTo>
                  <a:cubicBezTo>
                    <a:pt x="356108" y="99441"/>
                    <a:pt x="282067" y="25400"/>
                    <a:pt x="190754" y="25400"/>
                  </a:cubicBezTo>
                  <a:lnTo>
                    <a:pt x="190754" y="12700"/>
                  </a:lnTo>
                  <a:lnTo>
                    <a:pt x="190754" y="25400"/>
                  </a:lnTo>
                  <a:cubicBezTo>
                    <a:pt x="99441" y="25400"/>
                    <a:pt x="25400" y="99441"/>
                    <a:pt x="25400" y="190754"/>
                  </a:cubicBezTo>
                  <a:close/>
                </a:path>
              </a:pathLst>
            </a:custGeom>
            <a:solidFill>
              <a:srgbClr val="8208D5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17650797" y="4887363"/>
            <a:ext cx="191519" cy="191519"/>
          </a:xfrm>
          <a:custGeom>
            <a:avLst/>
            <a:gdLst/>
            <a:ahLst/>
            <a:cxnLst/>
            <a:rect r="r" b="b" t="t" l="l"/>
            <a:pathLst>
              <a:path h="191519" w="191519">
                <a:moveTo>
                  <a:pt x="0" y="0"/>
                </a:moveTo>
                <a:lnTo>
                  <a:pt x="191519" y="0"/>
                </a:lnTo>
                <a:lnTo>
                  <a:pt x="191519" y="191519"/>
                </a:lnTo>
                <a:lnTo>
                  <a:pt x="0" y="19151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-1152096" y="7548010"/>
            <a:ext cx="3909793" cy="4144537"/>
          </a:xfrm>
          <a:custGeom>
            <a:avLst/>
            <a:gdLst/>
            <a:ahLst/>
            <a:cxnLst/>
            <a:rect r="r" b="b" t="t" l="l"/>
            <a:pathLst>
              <a:path h="4144537" w="3909793">
                <a:moveTo>
                  <a:pt x="0" y="0"/>
                </a:moveTo>
                <a:lnTo>
                  <a:pt x="3909793" y="0"/>
                </a:lnTo>
                <a:lnTo>
                  <a:pt x="3909793" y="4144537"/>
                </a:lnTo>
                <a:lnTo>
                  <a:pt x="0" y="414453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-1038958" y="-1146238"/>
            <a:ext cx="3002404" cy="5613844"/>
          </a:xfrm>
          <a:custGeom>
            <a:avLst/>
            <a:gdLst/>
            <a:ahLst/>
            <a:cxnLst/>
            <a:rect r="r" b="b" t="t" l="l"/>
            <a:pathLst>
              <a:path h="5613844" w="3002404">
                <a:moveTo>
                  <a:pt x="0" y="0"/>
                </a:moveTo>
                <a:lnTo>
                  <a:pt x="3002403" y="0"/>
                </a:lnTo>
                <a:lnTo>
                  <a:pt x="3002403" y="5613844"/>
                </a:lnTo>
                <a:lnTo>
                  <a:pt x="0" y="561384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9144000" y="0"/>
            <a:ext cx="9143276" cy="10286638"/>
            <a:chOff x="0" y="0"/>
            <a:chExt cx="12191035" cy="1371551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190984" cy="13715492"/>
            </a:xfrm>
            <a:custGeom>
              <a:avLst/>
              <a:gdLst/>
              <a:ahLst/>
              <a:cxnLst/>
              <a:rect r="r" b="b" t="t" l="l"/>
              <a:pathLst>
                <a:path h="13715492" w="12190984">
                  <a:moveTo>
                    <a:pt x="0" y="0"/>
                  </a:moveTo>
                  <a:lnTo>
                    <a:pt x="12190984" y="0"/>
                  </a:lnTo>
                  <a:lnTo>
                    <a:pt x="12190984" y="13715492"/>
                  </a:lnTo>
                  <a:lnTo>
                    <a:pt x="0" y="13715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21044" t="0" r="-78964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043997" y="798252"/>
            <a:ext cx="4388396" cy="2012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sz="9999" b="true">
                <a:solidFill>
                  <a:srgbClr val="0C0A9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43997" y="2893876"/>
            <a:ext cx="7055282" cy="2775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b="true">
                <a:solidFill>
                  <a:srgbClr val="1D1D1D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Experiments &amp; Results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2596" y="9776517"/>
            <a:ext cx="3180236" cy="175679"/>
          </a:xfrm>
          <a:custGeom>
            <a:avLst/>
            <a:gdLst/>
            <a:ahLst/>
            <a:cxnLst/>
            <a:rect r="r" b="b" t="t" l="l"/>
            <a:pathLst>
              <a:path h="175679" w="3180236">
                <a:moveTo>
                  <a:pt x="0" y="0"/>
                </a:moveTo>
                <a:lnTo>
                  <a:pt x="3180236" y="0"/>
                </a:lnTo>
                <a:lnTo>
                  <a:pt x="3180236" y="175679"/>
                </a:lnTo>
                <a:lnTo>
                  <a:pt x="0" y="1756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67121" y="2771280"/>
            <a:ext cx="8056083" cy="10566721"/>
          </a:xfrm>
          <a:custGeom>
            <a:avLst/>
            <a:gdLst/>
            <a:ahLst/>
            <a:cxnLst/>
            <a:rect r="r" b="b" t="t" l="l"/>
            <a:pathLst>
              <a:path h="10566721" w="8056083">
                <a:moveTo>
                  <a:pt x="0" y="0"/>
                </a:moveTo>
                <a:lnTo>
                  <a:pt x="8056083" y="0"/>
                </a:lnTo>
                <a:lnTo>
                  <a:pt x="8056083" y="10566720"/>
                </a:lnTo>
                <a:lnTo>
                  <a:pt x="0" y="105667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392402" y="-613439"/>
            <a:ext cx="1832400" cy="1399680"/>
          </a:xfrm>
          <a:custGeom>
            <a:avLst/>
            <a:gdLst/>
            <a:ahLst/>
            <a:cxnLst/>
            <a:rect r="r" b="b" t="t" l="l"/>
            <a:pathLst>
              <a:path h="1399680" w="1832400">
                <a:moveTo>
                  <a:pt x="0" y="0"/>
                </a:moveTo>
                <a:lnTo>
                  <a:pt x="1832401" y="0"/>
                </a:lnTo>
                <a:lnTo>
                  <a:pt x="1832401" y="1399680"/>
                </a:lnTo>
                <a:lnTo>
                  <a:pt x="0" y="13996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961362" y="-3398396"/>
            <a:ext cx="8393763" cy="6405839"/>
            <a:chOff x="0" y="0"/>
            <a:chExt cx="11191684" cy="85411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191621" cy="8541131"/>
            </a:xfrm>
            <a:custGeom>
              <a:avLst/>
              <a:gdLst/>
              <a:ahLst/>
              <a:cxnLst/>
              <a:rect r="r" b="b" t="t" l="l"/>
              <a:pathLst>
                <a:path h="8541131" w="11191621">
                  <a:moveTo>
                    <a:pt x="0" y="0"/>
                  </a:moveTo>
                  <a:lnTo>
                    <a:pt x="11191621" y="0"/>
                  </a:lnTo>
                  <a:lnTo>
                    <a:pt x="11191621" y="8541131"/>
                  </a:lnTo>
                  <a:lnTo>
                    <a:pt x="0" y="8541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2338" t="-50331" r="-9381" b="-53331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9392402" y="-1095842"/>
            <a:ext cx="4615196" cy="1962722"/>
          </a:xfrm>
          <a:custGeom>
            <a:avLst/>
            <a:gdLst/>
            <a:ahLst/>
            <a:cxnLst/>
            <a:rect r="r" b="b" t="t" l="l"/>
            <a:pathLst>
              <a:path h="1962722" w="4615196">
                <a:moveTo>
                  <a:pt x="0" y="0"/>
                </a:moveTo>
                <a:lnTo>
                  <a:pt x="4615196" y="0"/>
                </a:lnTo>
                <a:lnTo>
                  <a:pt x="4615196" y="1962722"/>
                </a:lnTo>
                <a:lnTo>
                  <a:pt x="0" y="196272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390964" y="-776878"/>
            <a:ext cx="4615196" cy="1962722"/>
          </a:xfrm>
          <a:custGeom>
            <a:avLst/>
            <a:gdLst/>
            <a:ahLst/>
            <a:cxnLst/>
            <a:rect r="r" b="b" t="t" l="l"/>
            <a:pathLst>
              <a:path h="1962722" w="4615196">
                <a:moveTo>
                  <a:pt x="0" y="0"/>
                </a:moveTo>
                <a:lnTo>
                  <a:pt x="4615196" y="0"/>
                </a:lnTo>
                <a:lnTo>
                  <a:pt x="4615196" y="1962721"/>
                </a:lnTo>
                <a:lnTo>
                  <a:pt x="0" y="196272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99042" y="116643"/>
            <a:ext cx="2986564" cy="175679"/>
          </a:xfrm>
          <a:custGeom>
            <a:avLst/>
            <a:gdLst/>
            <a:ahLst/>
            <a:cxnLst/>
            <a:rect r="r" b="b" t="t" l="l"/>
            <a:pathLst>
              <a:path h="175679" w="2986564">
                <a:moveTo>
                  <a:pt x="0" y="0"/>
                </a:moveTo>
                <a:lnTo>
                  <a:pt x="2986564" y="0"/>
                </a:lnTo>
                <a:lnTo>
                  <a:pt x="2986564" y="175679"/>
                </a:lnTo>
                <a:lnTo>
                  <a:pt x="0" y="17567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390964" y="-370084"/>
            <a:ext cx="509045" cy="509759"/>
          </a:xfrm>
          <a:custGeom>
            <a:avLst/>
            <a:gdLst/>
            <a:ahLst/>
            <a:cxnLst/>
            <a:rect r="r" b="b" t="t" l="l"/>
            <a:pathLst>
              <a:path h="509759" w="509045">
                <a:moveTo>
                  <a:pt x="0" y="0"/>
                </a:moveTo>
                <a:lnTo>
                  <a:pt x="509045" y="0"/>
                </a:lnTo>
                <a:lnTo>
                  <a:pt x="509045" y="509759"/>
                </a:lnTo>
                <a:lnTo>
                  <a:pt x="0" y="50975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195845" y="-51121"/>
            <a:ext cx="509759" cy="509045"/>
          </a:xfrm>
          <a:custGeom>
            <a:avLst/>
            <a:gdLst/>
            <a:ahLst/>
            <a:cxnLst/>
            <a:rect r="r" b="b" t="t" l="l"/>
            <a:pathLst>
              <a:path h="509045" w="509759">
                <a:moveTo>
                  <a:pt x="0" y="0"/>
                </a:moveTo>
                <a:lnTo>
                  <a:pt x="509759" y="0"/>
                </a:lnTo>
                <a:lnTo>
                  <a:pt x="509759" y="509045"/>
                </a:lnTo>
                <a:lnTo>
                  <a:pt x="0" y="50904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539364" y="1053798"/>
            <a:ext cx="15227998" cy="893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4"/>
              </a:lnSpc>
            </a:pPr>
            <a:r>
              <a:rPr lang="en-US" sz="5550" b="true">
                <a:solidFill>
                  <a:srgbClr val="0C0A9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Regularization Comparison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45278" y="3558416"/>
            <a:ext cx="6903358" cy="3588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5"/>
              </a:lnSpc>
            </a:pPr>
            <a:r>
              <a:rPr lang="en-US" sz="2590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Evaluated </a:t>
            </a:r>
            <a:r>
              <a:rPr lang="en-US" sz="2590" b="true">
                <a:solidFill>
                  <a:srgbClr val="1D1D1D"/>
                </a:solidFill>
                <a:latin typeface="Poppins Bold"/>
                <a:ea typeface="Poppins Bold"/>
                <a:cs typeface="Poppins Bold"/>
                <a:sym typeface="Poppins Bold"/>
              </a:rPr>
              <a:t>L1</a:t>
            </a:r>
            <a:r>
              <a:rPr lang="en-US" sz="2590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 vs </a:t>
            </a:r>
            <a:r>
              <a:rPr lang="en-US" sz="2590" b="true">
                <a:solidFill>
                  <a:srgbClr val="1D1D1D"/>
                </a:solidFill>
                <a:latin typeface="Poppins Bold"/>
                <a:ea typeface="Poppins Bold"/>
                <a:cs typeface="Poppins Bold"/>
                <a:sym typeface="Poppins Bold"/>
              </a:rPr>
              <a:t>L2</a:t>
            </a:r>
            <a:r>
              <a:rPr lang="en-US" sz="2590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 on validation loss and sparsity. </a:t>
            </a:r>
          </a:p>
          <a:p>
            <a:pPr algn="l">
              <a:lnSpc>
                <a:spcPts val="4195"/>
              </a:lnSpc>
            </a:pPr>
          </a:p>
          <a:p>
            <a:pPr algn="l">
              <a:lnSpc>
                <a:spcPts val="4195"/>
              </a:lnSpc>
            </a:pPr>
            <a:r>
              <a:rPr lang="en-US" sz="2590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L1 promoted weight sparsity and simpler models; L2 produced smaller weights and smoother generalization. Choose L1 for feature selection, L2 for stable convergence.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724" y="8264881"/>
            <a:ext cx="4615920" cy="2280961"/>
          </a:xfrm>
          <a:custGeom>
            <a:avLst/>
            <a:gdLst/>
            <a:ahLst/>
            <a:cxnLst/>
            <a:rect r="r" b="b" t="t" l="l"/>
            <a:pathLst>
              <a:path h="2280961" w="4615920">
                <a:moveTo>
                  <a:pt x="0" y="0"/>
                </a:moveTo>
                <a:lnTo>
                  <a:pt x="4615920" y="0"/>
                </a:lnTo>
                <a:lnTo>
                  <a:pt x="4615920" y="2280961"/>
                </a:lnTo>
                <a:lnTo>
                  <a:pt x="0" y="2280961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8592312" y="8762952"/>
            <a:ext cx="286893" cy="286893"/>
            <a:chOff x="0" y="0"/>
            <a:chExt cx="382524" cy="38252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82524" cy="382524"/>
            </a:xfrm>
            <a:custGeom>
              <a:avLst/>
              <a:gdLst/>
              <a:ahLst/>
              <a:cxnLst/>
              <a:rect r="r" b="b" t="t" l="l"/>
              <a:pathLst>
                <a:path h="382524" w="382524">
                  <a:moveTo>
                    <a:pt x="0" y="191262"/>
                  </a:moveTo>
                  <a:cubicBezTo>
                    <a:pt x="0" y="85598"/>
                    <a:pt x="85598" y="0"/>
                    <a:pt x="191262" y="0"/>
                  </a:cubicBezTo>
                  <a:lnTo>
                    <a:pt x="191262" y="12700"/>
                  </a:lnTo>
                  <a:lnTo>
                    <a:pt x="191262" y="0"/>
                  </a:lnTo>
                  <a:cubicBezTo>
                    <a:pt x="296926" y="0"/>
                    <a:pt x="382524" y="85598"/>
                    <a:pt x="382524" y="191262"/>
                  </a:cubicBezTo>
                  <a:cubicBezTo>
                    <a:pt x="382524" y="296926"/>
                    <a:pt x="296926" y="382524"/>
                    <a:pt x="191262" y="382524"/>
                  </a:cubicBezTo>
                  <a:lnTo>
                    <a:pt x="191262" y="369824"/>
                  </a:lnTo>
                  <a:lnTo>
                    <a:pt x="191262" y="382524"/>
                  </a:lnTo>
                  <a:cubicBezTo>
                    <a:pt x="85598" y="382524"/>
                    <a:pt x="0" y="296926"/>
                    <a:pt x="0" y="191262"/>
                  </a:cubicBezTo>
                  <a:lnTo>
                    <a:pt x="12700" y="191262"/>
                  </a:lnTo>
                  <a:lnTo>
                    <a:pt x="23622" y="197739"/>
                  </a:lnTo>
                  <a:cubicBezTo>
                    <a:pt x="20701" y="202692"/>
                    <a:pt x="14859" y="204978"/>
                    <a:pt x="9398" y="203454"/>
                  </a:cubicBezTo>
                  <a:cubicBezTo>
                    <a:pt x="3937" y="201930"/>
                    <a:pt x="0" y="196977"/>
                    <a:pt x="0" y="191262"/>
                  </a:cubicBezTo>
                  <a:moveTo>
                    <a:pt x="25400" y="191262"/>
                  </a:moveTo>
                  <a:lnTo>
                    <a:pt x="12700" y="191262"/>
                  </a:lnTo>
                  <a:lnTo>
                    <a:pt x="1778" y="184785"/>
                  </a:lnTo>
                  <a:cubicBezTo>
                    <a:pt x="4699" y="179832"/>
                    <a:pt x="10541" y="177546"/>
                    <a:pt x="16002" y="179070"/>
                  </a:cubicBezTo>
                  <a:cubicBezTo>
                    <a:pt x="21463" y="180594"/>
                    <a:pt x="25400" y="185547"/>
                    <a:pt x="25400" y="191262"/>
                  </a:cubicBezTo>
                  <a:cubicBezTo>
                    <a:pt x="25400" y="282829"/>
                    <a:pt x="99695" y="357124"/>
                    <a:pt x="191262" y="357124"/>
                  </a:cubicBezTo>
                  <a:cubicBezTo>
                    <a:pt x="282829" y="357124"/>
                    <a:pt x="357124" y="282829"/>
                    <a:pt x="357124" y="191262"/>
                  </a:cubicBezTo>
                  <a:lnTo>
                    <a:pt x="369824" y="191262"/>
                  </a:lnTo>
                  <a:lnTo>
                    <a:pt x="357124" y="191262"/>
                  </a:lnTo>
                  <a:cubicBezTo>
                    <a:pt x="357124" y="99695"/>
                    <a:pt x="282829" y="25400"/>
                    <a:pt x="191262" y="25400"/>
                  </a:cubicBezTo>
                  <a:lnTo>
                    <a:pt x="191262" y="12700"/>
                  </a:lnTo>
                  <a:lnTo>
                    <a:pt x="191262" y="25400"/>
                  </a:lnTo>
                  <a:cubicBezTo>
                    <a:pt x="99695" y="25400"/>
                    <a:pt x="25400" y="99695"/>
                    <a:pt x="25400" y="191262"/>
                  </a:cubicBezTo>
                  <a:close/>
                </a:path>
              </a:pathLst>
            </a:custGeom>
            <a:solidFill>
              <a:srgbClr val="0C0A9E"/>
            </a:solidFill>
          </p:spPr>
        </p:sp>
      </p:grpSp>
      <p:sp>
        <p:nvSpPr>
          <p:cNvPr name="AutoShape 17" id="17"/>
          <p:cNvSpPr/>
          <p:nvPr/>
        </p:nvSpPr>
        <p:spPr>
          <a:xfrm rot="7620">
            <a:off x="-257213" y="8901998"/>
            <a:ext cx="8944908" cy="0"/>
          </a:xfrm>
          <a:prstGeom prst="line">
            <a:avLst/>
          </a:prstGeom>
          <a:ln cap="rnd" w="9525">
            <a:solidFill>
              <a:srgbClr val="0C0A9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8662321" y="8832961"/>
            <a:ext cx="146876" cy="146876"/>
            <a:chOff x="0" y="0"/>
            <a:chExt cx="195834" cy="19583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5834" cy="195834"/>
            </a:xfrm>
            <a:custGeom>
              <a:avLst/>
              <a:gdLst/>
              <a:ahLst/>
              <a:cxnLst/>
              <a:rect r="r" b="b" t="t" l="l"/>
              <a:pathLst>
                <a:path h="195834" w="195834">
                  <a:moveTo>
                    <a:pt x="0" y="97917"/>
                  </a:moveTo>
                  <a:cubicBezTo>
                    <a:pt x="0" y="43815"/>
                    <a:pt x="43815" y="0"/>
                    <a:pt x="97917" y="0"/>
                  </a:cubicBezTo>
                  <a:cubicBezTo>
                    <a:pt x="152019" y="0"/>
                    <a:pt x="195834" y="43815"/>
                    <a:pt x="195834" y="97917"/>
                  </a:cubicBezTo>
                  <a:cubicBezTo>
                    <a:pt x="195834" y="152019"/>
                    <a:pt x="152019" y="195834"/>
                    <a:pt x="97917" y="195834"/>
                  </a:cubicBezTo>
                  <a:cubicBezTo>
                    <a:pt x="43815" y="195834"/>
                    <a:pt x="0" y="152019"/>
                    <a:pt x="0" y="97917"/>
                  </a:cubicBezTo>
                  <a:close/>
                </a:path>
              </a:pathLst>
            </a:custGeom>
            <a:solidFill>
              <a:srgbClr val="0C0A9E"/>
            </a:solidFill>
          </p:spPr>
        </p:sp>
      </p:grp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730479" y="-2295363"/>
            <a:ext cx="7465676" cy="5697360"/>
            <a:chOff x="0" y="0"/>
            <a:chExt cx="9954235" cy="7596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54260" cy="7596505"/>
            </a:xfrm>
            <a:custGeom>
              <a:avLst/>
              <a:gdLst/>
              <a:ahLst/>
              <a:cxnLst/>
              <a:rect r="r" b="b" t="t" l="l"/>
              <a:pathLst>
                <a:path h="7596505" w="9954260">
                  <a:moveTo>
                    <a:pt x="0" y="0"/>
                  </a:moveTo>
                  <a:lnTo>
                    <a:pt x="9954260" y="0"/>
                  </a:lnTo>
                  <a:lnTo>
                    <a:pt x="9954260" y="7596505"/>
                  </a:lnTo>
                  <a:lnTo>
                    <a:pt x="0" y="75965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2338" t="-50332" r="-9380" b="-53336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089762" y="1080002"/>
            <a:ext cx="3036237" cy="6060243"/>
          </a:xfrm>
          <a:custGeom>
            <a:avLst/>
            <a:gdLst/>
            <a:ahLst/>
            <a:cxnLst/>
            <a:rect r="r" b="b" t="t" l="l"/>
            <a:pathLst>
              <a:path h="6060243" w="3036237">
                <a:moveTo>
                  <a:pt x="0" y="0"/>
                </a:moveTo>
                <a:lnTo>
                  <a:pt x="3036237" y="0"/>
                </a:lnTo>
                <a:lnTo>
                  <a:pt x="3036237" y="6060243"/>
                </a:lnTo>
                <a:lnTo>
                  <a:pt x="0" y="60602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5400000">
            <a:off x="16501682" y="-1753924"/>
            <a:ext cx="2841117" cy="5665680"/>
            <a:chOff x="0" y="0"/>
            <a:chExt cx="3788156" cy="755423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127"/>
              <a:ext cx="3788156" cy="7553960"/>
            </a:xfrm>
            <a:custGeom>
              <a:avLst/>
              <a:gdLst/>
              <a:ahLst/>
              <a:cxnLst/>
              <a:rect r="r" b="b" t="t" l="l"/>
              <a:pathLst>
                <a:path h="7553960" w="3788156">
                  <a:moveTo>
                    <a:pt x="3764915" y="0"/>
                  </a:moveTo>
                  <a:lnTo>
                    <a:pt x="2780284" y="982980"/>
                  </a:lnTo>
                  <a:lnTo>
                    <a:pt x="2775204" y="989711"/>
                  </a:lnTo>
                  <a:lnTo>
                    <a:pt x="2775204" y="3570351"/>
                  </a:lnTo>
                  <a:lnTo>
                    <a:pt x="1654175" y="4693285"/>
                  </a:lnTo>
                  <a:lnTo>
                    <a:pt x="1649095" y="4696714"/>
                  </a:lnTo>
                  <a:lnTo>
                    <a:pt x="1649095" y="6612636"/>
                  </a:lnTo>
                  <a:lnTo>
                    <a:pt x="1051179" y="7212457"/>
                  </a:lnTo>
                  <a:lnTo>
                    <a:pt x="0" y="7212457"/>
                  </a:lnTo>
                  <a:lnTo>
                    <a:pt x="0" y="7553960"/>
                  </a:lnTo>
                  <a:lnTo>
                    <a:pt x="34925" y="7553960"/>
                  </a:lnTo>
                  <a:lnTo>
                    <a:pt x="34925" y="7245858"/>
                  </a:lnTo>
                  <a:lnTo>
                    <a:pt x="1066165" y="7245858"/>
                  </a:lnTo>
                  <a:lnTo>
                    <a:pt x="1682623" y="6627622"/>
                  </a:lnTo>
                  <a:lnTo>
                    <a:pt x="1682623" y="4711700"/>
                  </a:lnTo>
                  <a:lnTo>
                    <a:pt x="2805430" y="3588766"/>
                  </a:lnTo>
                  <a:lnTo>
                    <a:pt x="2808732" y="3585337"/>
                  </a:lnTo>
                  <a:lnTo>
                    <a:pt x="2808732" y="1004570"/>
                  </a:lnTo>
                  <a:lnTo>
                    <a:pt x="3788156" y="23241"/>
                  </a:lnTo>
                  <a:lnTo>
                    <a:pt x="3764915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C0A9E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5786716" y="540001"/>
            <a:ext cx="6305760" cy="10237680"/>
          </a:xfrm>
          <a:custGeom>
            <a:avLst/>
            <a:gdLst/>
            <a:ahLst/>
            <a:cxnLst/>
            <a:rect r="r" b="b" t="t" l="l"/>
            <a:pathLst>
              <a:path h="10237680" w="6305760">
                <a:moveTo>
                  <a:pt x="0" y="0"/>
                </a:moveTo>
                <a:lnTo>
                  <a:pt x="6305760" y="0"/>
                </a:lnTo>
                <a:lnTo>
                  <a:pt x="6305760" y="10237679"/>
                </a:lnTo>
                <a:lnTo>
                  <a:pt x="0" y="102376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6680799" y="9463516"/>
            <a:ext cx="286169" cy="286169"/>
            <a:chOff x="0" y="0"/>
            <a:chExt cx="381559" cy="3815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1508" cy="381508"/>
            </a:xfrm>
            <a:custGeom>
              <a:avLst/>
              <a:gdLst/>
              <a:ahLst/>
              <a:cxnLst/>
              <a:rect r="r" b="b" t="t" l="l"/>
              <a:pathLst>
                <a:path h="381508" w="381508">
                  <a:moveTo>
                    <a:pt x="0" y="190754"/>
                  </a:moveTo>
                  <a:cubicBezTo>
                    <a:pt x="0" y="85471"/>
                    <a:pt x="85471" y="0"/>
                    <a:pt x="190754" y="0"/>
                  </a:cubicBezTo>
                  <a:lnTo>
                    <a:pt x="190754" y="12700"/>
                  </a:lnTo>
                  <a:lnTo>
                    <a:pt x="190754" y="0"/>
                  </a:lnTo>
                  <a:cubicBezTo>
                    <a:pt x="296164" y="0"/>
                    <a:pt x="381508" y="85471"/>
                    <a:pt x="381508" y="190754"/>
                  </a:cubicBezTo>
                  <a:cubicBezTo>
                    <a:pt x="381508" y="296037"/>
                    <a:pt x="296164" y="381508"/>
                    <a:pt x="190754" y="381508"/>
                  </a:cubicBezTo>
                  <a:lnTo>
                    <a:pt x="190754" y="368808"/>
                  </a:lnTo>
                  <a:lnTo>
                    <a:pt x="190754" y="381508"/>
                  </a:lnTo>
                  <a:cubicBezTo>
                    <a:pt x="85471" y="381508"/>
                    <a:pt x="0" y="296164"/>
                    <a:pt x="0" y="190754"/>
                  </a:cubicBezTo>
                  <a:lnTo>
                    <a:pt x="12700" y="190754"/>
                  </a:lnTo>
                  <a:lnTo>
                    <a:pt x="23622" y="197231"/>
                  </a:lnTo>
                  <a:cubicBezTo>
                    <a:pt x="20701" y="202184"/>
                    <a:pt x="14859" y="204470"/>
                    <a:pt x="9398" y="202946"/>
                  </a:cubicBezTo>
                  <a:cubicBezTo>
                    <a:pt x="3937" y="201422"/>
                    <a:pt x="0" y="196469"/>
                    <a:pt x="0" y="190754"/>
                  </a:cubicBezTo>
                  <a:moveTo>
                    <a:pt x="25400" y="190754"/>
                  </a:moveTo>
                  <a:lnTo>
                    <a:pt x="12700" y="190754"/>
                  </a:lnTo>
                  <a:lnTo>
                    <a:pt x="1778" y="184277"/>
                  </a:lnTo>
                  <a:cubicBezTo>
                    <a:pt x="4699" y="179324"/>
                    <a:pt x="10541" y="177038"/>
                    <a:pt x="16002" y="178562"/>
                  </a:cubicBezTo>
                  <a:cubicBezTo>
                    <a:pt x="21463" y="180086"/>
                    <a:pt x="25400" y="185039"/>
                    <a:pt x="25400" y="190754"/>
                  </a:cubicBezTo>
                  <a:cubicBezTo>
                    <a:pt x="25400" y="282067"/>
                    <a:pt x="99441" y="356108"/>
                    <a:pt x="190754" y="356108"/>
                  </a:cubicBezTo>
                  <a:cubicBezTo>
                    <a:pt x="282067" y="356108"/>
                    <a:pt x="356108" y="282067"/>
                    <a:pt x="356108" y="190754"/>
                  </a:cubicBezTo>
                  <a:lnTo>
                    <a:pt x="368808" y="190754"/>
                  </a:lnTo>
                  <a:lnTo>
                    <a:pt x="356108" y="190754"/>
                  </a:lnTo>
                  <a:cubicBezTo>
                    <a:pt x="356108" y="99441"/>
                    <a:pt x="282067" y="25400"/>
                    <a:pt x="190754" y="25400"/>
                  </a:cubicBezTo>
                  <a:lnTo>
                    <a:pt x="190754" y="12700"/>
                  </a:lnTo>
                  <a:lnTo>
                    <a:pt x="190754" y="25400"/>
                  </a:lnTo>
                  <a:cubicBezTo>
                    <a:pt x="99441" y="25400"/>
                    <a:pt x="25400" y="99441"/>
                    <a:pt x="25400" y="190754"/>
                  </a:cubicBezTo>
                  <a:close/>
                </a:path>
              </a:pathLst>
            </a:custGeom>
            <a:solidFill>
              <a:srgbClr val="8208D5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6728481" y="9510484"/>
            <a:ext cx="191519" cy="191519"/>
          </a:xfrm>
          <a:custGeom>
            <a:avLst/>
            <a:gdLst/>
            <a:ahLst/>
            <a:cxnLst/>
            <a:rect r="r" b="b" t="t" l="l"/>
            <a:pathLst>
              <a:path h="191519" w="191519">
                <a:moveTo>
                  <a:pt x="0" y="0"/>
                </a:moveTo>
                <a:lnTo>
                  <a:pt x="191519" y="0"/>
                </a:lnTo>
                <a:lnTo>
                  <a:pt x="191519" y="191519"/>
                </a:lnTo>
                <a:lnTo>
                  <a:pt x="0" y="19151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7871672" y="7579995"/>
            <a:ext cx="286169" cy="286169"/>
            <a:chOff x="0" y="0"/>
            <a:chExt cx="381559" cy="3815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1508" cy="381508"/>
            </a:xfrm>
            <a:custGeom>
              <a:avLst/>
              <a:gdLst/>
              <a:ahLst/>
              <a:cxnLst/>
              <a:rect r="r" b="b" t="t" l="l"/>
              <a:pathLst>
                <a:path h="381508" w="381508">
                  <a:moveTo>
                    <a:pt x="0" y="190754"/>
                  </a:moveTo>
                  <a:cubicBezTo>
                    <a:pt x="0" y="85471"/>
                    <a:pt x="85471" y="0"/>
                    <a:pt x="190754" y="0"/>
                  </a:cubicBezTo>
                  <a:lnTo>
                    <a:pt x="190754" y="12700"/>
                  </a:lnTo>
                  <a:lnTo>
                    <a:pt x="190754" y="0"/>
                  </a:lnTo>
                  <a:cubicBezTo>
                    <a:pt x="296164" y="0"/>
                    <a:pt x="381508" y="85471"/>
                    <a:pt x="381508" y="190754"/>
                  </a:cubicBezTo>
                  <a:cubicBezTo>
                    <a:pt x="381508" y="296037"/>
                    <a:pt x="296164" y="381508"/>
                    <a:pt x="190754" y="381508"/>
                  </a:cubicBezTo>
                  <a:lnTo>
                    <a:pt x="190754" y="368808"/>
                  </a:lnTo>
                  <a:lnTo>
                    <a:pt x="190754" y="381508"/>
                  </a:lnTo>
                  <a:cubicBezTo>
                    <a:pt x="85471" y="381508"/>
                    <a:pt x="0" y="296164"/>
                    <a:pt x="0" y="190754"/>
                  </a:cubicBezTo>
                  <a:lnTo>
                    <a:pt x="12700" y="190754"/>
                  </a:lnTo>
                  <a:lnTo>
                    <a:pt x="23622" y="197231"/>
                  </a:lnTo>
                  <a:cubicBezTo>
                    <a:pt x="20701" y="202184"/>
                    <a:pt x="14859" y="204470"/>
                    <a:pt x="9398" y="202946"/>
                  </a:cubicBezTo>
                  <a:cubicBezTo>
                    <a:pt x="3937" y="201422"/>
                    <a:pt x="0" y="196469"/>
                    <a:pt x="0" y="190754"/>
                  </a:cubicBezTo>
                  <a:moveTo>
                    <a:pt x="25400" y="190754"/>
                  </a:moveTo>
                  <a:lnTo>
                    <a:pt x="12700" y="190754"/>
                  </a:lnTo>
                  <a:lnTo>
                    <a:pt x="1778" y="184277"/>
                  </a:lnTo>
                  <a:cubicBezTo>
                    <a:pt x="4699" y="179324"/>
                    <a:pt x="10541" y="177038"/>
                    <a:pt x="16002" y="178562"/>
                  </a:cubicBezTo>
                  <a:cubicBezTo>
                    <a:pt x="21463" y="180086"/>
                    <a:pt x="25400" y="185039"/>
                    <a:pt x="25400" y="190754"/>
                  </a:cubicBezTo>
                  <a:cubicBezTo>
                    <a:pt x="25400" y="282067"/>
                    <a:pt x="99441" y="356108"/>
                    <a:pt x="190754" y="356108"/>
                  </a:cubicBezTo>
                  <a:cubicBezTo>
                    <a:pt x="282067" y="356108"/>
                    <a:pt x="356108" y="282067"/>
                    <a:pt x="356108" y="190754"/>
                  </a:cubicBezTo>
                  <a:lnTo>
                    <a:pt x="368808" y="190754"/>
                  </a:lnTo>
                  <a:lnTo>
                    <a:pt x="356108" y="190754"/>
                  </a:lnTo>
                  <a:cubicBezTo>
                    <a:pt x="356108" y="99441"/>
                    <a:pt x="282067" y="25400"/>
                    <a:pt x="190754" y="25400"/>
                  </a:cubicBezTo>
                  <a:lnTo>
                    <a:pt x="190754" y="12700"/>
                  </a:lnTo>
                  <a:lnTo>
                    <a:pt x="190754" y="25400"/>
                  </a:lnTo>
                  <a:cubicBezTo>
                    <a:pt x="99441" y="25400"/>
                    <a:pt x="25400" y="99441"/>
                    <a:pt x="25400" y="190754"/>
                  </a:cubicBezTo>
                  <a:close/>
                </a:path>
              </a:pathLst>
            </a:custGeom>
            <a:solidFill>
              <a:srgbClr val="8208D5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7919363" y="7626963"/>
            <a:ext cx="191519" cy="191519"/>
          </a:xfrm>
          <a:custGeom>
            <a:avLst/>
            <a:gdLst/>
            <a:ahLst/>
            <a:cxnLst/>
            <a:rect r="r" b="b" t="t" l="l"/>
            <a:pathLst>
              <a:path h="191519" w="191519">
                <a:moveTo>
                  <a:pt x="0" y="0"/>
                </a:moveTo>
                <a:lnTo>
                  <a:pt x="191520" y="0"/>
                </a:lnTo>
                <a:lnTo>
                  <a:pt x="191520" y="191519"/>
                </a:lnTo>
                <a:lnTo>
                  <a:pt x="0" y="19151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7603838" y="4839672"/>
            <a:ext cx="286169" cy="286169"/>
            <a:chOff x="0" y="0"/>
            <a:chExt cx="381559" cy="38155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1508" cy="381508"/>
            </a:xfrm>
            <a:custGeom>
              <a:avLst/>
              <a:gdLst/>
              <a:ahLst/>
              <a:cxnLst/>
              <a:rect r="r" b="b" t="t" l="l"/>
              <a:pathLst>
                <a:path h="381508" w="381508">
                  <a:moveTo>
                    <a:pt x="0" y="190754"/>
                  </a:moveTo>
                  <a:cubicBezTo>
                    <a:pt x="0" y="85471"/>
                    <a:pt x="85471" y="0"/>
                    <a:pt x="190754" y="0"/>
                  </a:cubicBezTo>
                  <a:lnTo>
                    <a:pt x="190754" y="12700"/>
                  </a:lnTo>
                  <a:lnTo>
                    <a:pt x="190754" y="0"/>
                  </a:lnTo>
                  <a:cubicBezTo>
                    <a:pt x="296164" y="0"/>
                    <a:pt x="381508" y="85471"/>
                    <a:pt x="381508" y="190754"/>
                  </a:cubicBezTo>
                  <a:cubicBezTo>
                    <a:pt x="381508" y="296037"/>
                    <a:pt x="296164" y="381508"/>
                    <a:pt x="190754" y="381508"/>
                  </a:cubicBezTo>
                  <a:lnTo>
                    <a:pt x="190754" y="368808"/>
                  </a:lnTo>
                  <a:lnTo>
                    <a:pt x="190754" y="381508"/>
                  </a:lnTo>
                  <a:cubicBezTo>
                    <a:pt x="85471" y="381508"/>
                    <a:pt x="0" y="296164"/>
                    <a:pt x="0" y="190754"/>
                  </a:cubicBezTo>
                  <a:lnTo>
                    <a:pt x="12700" y="190754"/>
                  </a:lnTo>
                  <a:lnTo>
                    <a:pt x="23622" y="197231"/>
                  </a:lnTo>
                  <a:cubicBezTo>
                    <a:pt x="20701" y="202184"/>
                    <a:pt x="14859" y="204470"/>
                    <a:pt x="9398" y="202946"/>
                  </a:cubicBezTo>
                  <a:cubicBezTo>
                    <a:pt x="3937" y="201422"/>
                    <a:pt x="0" y="196469"/>
                    <a:pt x="0" y="190754"/>
                  </a:cubicBezTo>
                  <a:moveTo>
                    <a:pt x="25400" y="190754"/>
                  </a:moveTo>
                  <a:lnTo>
                    <a:pt x="12700" y="190754"/>
                  </a:lnTo>
                  <a:lnTo>
                    <a:pt x="1778" y="184277"/>
                  </a:lnTo>
                  <a:cubicBezTo>
                    <a:pt x="4699" y="179324"/>
                    <a:pt x="10541" y="177038"/>
                    <a:pt x="16002" y="178562"/>
                  </a:cubicBezTo>
                  <a:cubicBezTo>
                    <a:pt x="21463" y="180086"/>
                    <a:pt x="25400" y="185039"/>
                    <a:pt x="25400" y="190754"/>
                  </a:cubicBezTo>
                  <a:cubicBezTo>
                    <a:pt x="25400" y="282067"/>
                    <a:pt x="99441" y="356108"/>
                    <a:pt x="190754" y="356108"/>
                  </a:cubicBezTo>
                  <a:cubicBezTo>
                    <a:pt x="282067" y="356108"/>
                    <a:pt x="356108" y="282067"/>
                    <a:pt x="356108" y="190754"/>
                  </a:cubicBezTo>
                  <a:lnTo>
                    <a:pt x="368808" y="190754"/>
                  </a:lnTo>
                  <a:lnTo>
                    <a:pt x="356108" y="190754"/>
                  </a:lnTo>
                  <a:cubicBezTo>
                    <a:pt x="356108" y="99441"/>
                    <a:pt x="282067" y="25400"/>
                    <a:pt x="190754" y="25400"/>
                  </a:cubicBezTo>
                  <a:lnTo>
                    <a:pt x="190754" y="12700"/>
                  </a:lnTo>
                  <a:lnTo>
                    <a:pt x="190754" y="25400"/>
                  </a:lnTo>
                  <a:cubicBezTo>
                    <a:pt x="99441" y="25400"/>
                    <a:pt x="25400" y="99441"/>
                    <a:pt x="25400" y="190754"/>
                  </a:cubicBezTo>
                  <a:close/>
                </a:path>
              </a:pathLst>
            </a:custGeom>
            <a:solidFill>
              <a:srgbClr val="8208D5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17650797" y="4887363"/>
            <a:ext cx="191519" cy="191519"/>
          </a:xfrm>
          <a:custGeom>
            <a:avLst/>
            <a:gdLst/>
            <a:ahLst/>
            <a:cxnLst/>
            <a:rect r="r" b="b" t="t" l="l"/>
            <a:pathLst>
              <a:path h="191519" w="191519">
                <a:moveTo>
                  <a:pt x="0" y="0"/>
                </a:moveTo>
                <a:lnTo>
                  <a:pt x="191519" y="0"/>
                </a:lnTo>
                <a:lnTo>
                  <a:pt x="191519" y="191519"/>
                </a:lnTo>
                <a:lnTo>
                  <a:pt x="0" y="19151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-1152096" y="7548010"/>
            <a:ext cx="3909793" cy="4144537"/>
          </a:xfrm>
          <a:custGeom>
            <a:avLst/>
            <a:gdLst/>
            <a:ahLst/>
            <a:cxnLst/>
            <a:rect r="r" b="b" t="t" l="l"/>
            <a:pathLst>
              <a:path h="4144537" w="3909793">
                <a:moveTo>
                  <a:pt x="0" y="0"/>
                </a:moveTo>
                <a:lnTo>
                  <a:pt x="3909793" y="0"/>
                </a:lnTo>
                <a:lnTo>
                  <a:pt x="3909793" y="4144537"/>
                </a:lnTo>
                <a:lnTo>
                  <a:pt x="0" y="414453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-1038958" y="-1146238"/>
            <a:ext cx="3002404" cy="5613844"/>
          </a:xfrm>
          <a:custGeom>
            <a:avLst/>
            <a:gdLst/>
            <a:ahLst/>
            <a:cxnLst/>
            <a:rect r="r" b="b" t="t" l="l"/>
            <a:pathLst>
              <a:path h="5613844" w="3002404">
                <a:moveTo>
                  <a:pt x="0" y="0"/>
                </a:moveTo>
                <a:lnTo>
                  <a:pt x="3002403" y="0"/>
                </a:lnTo>
                <a:lnTo>
                  <a:pt x="3002403" y="5613844"/>
                </a:lnTo>
                <a:lnTo>
                  <a:pt x="0" y="561384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187997" y="998277"/>
            <a:ext cx="7055282" cy="1812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1D1D1D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Hyperparameter Tuning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187997" y="3665458"/>
            <a:ext cx="7055282" cy="5622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2799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Systematic grid search over learning rate, epochs, and batch size. </a:t>
            </a:r>
          </a:p>
          <a:p>
            <a:pPr algn="l">
              <a:lnSpc>
                <a:spcPts val="5039"/>
              </a:lnSpc>
            </a:pPr>
          </a:p>
          <a:p>
            <a:pPr algn="l">
              <a:lnSpc>
                <a:spcPts val="5039"/>
              </a:lnSpc>
            </a:pPr>
            <a:r>
              <a:rPr lang="en-US" sz="2799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Optimal settings balanced convergence speed and stability: moderate learning rate, sufficient epochs, and mid-sized batches. Use learning rate schedules for further improvement.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0" y="0"/>
            <a:ext cx="9143276" cy="10286638"/>
            <a:chOff x="0" y="0"/>
            <a:chExt cx="12191035" cy="13715517"/>
          </a:xfrm>
        </p:grpSpPr>
        <p:sp>
          <p:nvSpPr>
            <p:cNvPr name="Freeform 22" id="22" descr="image69ddebe4e304f"/>
            <p:cNvSpPr/>
            <p:nvPr/>
          </p:nvSpPr>
          <p:spPr>
            <a:xfrm flipH="false" flipV="false" rot="0">
              <a:off x="0" y="0"/>
              <a:ext cx="12190984" cy="13715492"/>
            </a:xfrm>
            <a:custGeom>
              <a:avLst/>
              <a:gdLst/>
              <a:ahLst/>
              <a:cxnLst/>
              <a:rect r="r" b="b" t="t" l="l"/>
              <a:pathLst>
                <a:path h="13715492" w="12190984">
                  <a:moveTo>
                    <a:pt x="0" y="0"/>
                  </a:moveTo>
                  <a:lnTo>
                    <a:pt x="12190984" y="0"/>
                  </a:lnTo>
                  <a:lnTo>
                    <a:pt x="12190984" y="13715492"/>
                  </a:lnTo>
                  <a:lnTo>
                    <a:pt x="0" y="13715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94348" t="0" r="-94348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0" y="0"/>
            <a:ext cx="9143276" cy="10479101"/>
            <a:chOff x="0" y="0"/>
            <a:chExt cx="12119791" cy="1389048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119855" cy="13890417"/>
            </a:xfrm>
            <a:custGeom>
              <a:avLst/>
              <a:gdLst/>
              <a:ahLst/>
              <a:cxnLst/>
              <a:rect r="r" b="b" t="t" l="l"/>
              <a:pathLst>
                <a:path h="13890417" w="12119855">
                  <a:moveTo>
                    <a:pt x="0" y="0"/>
                  </a:moveTo>
                  <a:lnTo>
                    <a:pt x="10206189" y="0"/>
                  </a:lnTo>
                  <a:lnTo>
                    <a:pt x="12119855" y="2315124"/>
                  </a:lnTo>
                  <a:lnTo>
                    <a:pt x="12119855" y="13890417"/>
                  </a:lnTo>
                  <a:lnTo>
                    <a:pt x="0" y="13890417"/>
                  </a:lnTo>
                  <a:close/>
                </a:path>
              </a:pathLst>
            </a:custGeom>
            <a:blipFill>
              <a:blip r:embed="rId14"/>
              <a:stretch>
                <a:fillRect l="-12358" t="0" r="-91891" b="-245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730479" y="-2295363"/>
            <a:ext cx="7465676" cy="5697360"/>
            <a:chOff x="0" y="0"/>
            <a:chExt cx="9954235" cy="7596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54260" cy="7596505"/>
            </a:xfrm>
            <a:custGeom>
              <a:avLst/>
              <a:gdLst/>
              <a:ahLst/>
              <a:cxnLst/>
              <a:rect r="r" b="b" t="t" l="l"/>
              <a:pathLst>
                <a:path h="7596505" w="9954260">
                  <a:moveTo>
                    <a:pt x="0" y="0"/>
                  </a:moveTo>
                  <a:lnTo>
                    <a:pt x="9954260" y="0"/>
                  </a:lnTo>
                  <a:lnTo>
                    <a:pt x="9954260" y="7596505"/>
                  </a:lnTo>
                  <a:lnTo>
                    <a:pt x="0" y="75965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2338" t="-50332" r="-9380" b="-53336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089762" y="1080002"/>
            <a:ext cx="3036237" cy="6060243"/>
          </a:xfrm>
          <a:custGeom>
            <a:avLst/>
            <a:gdLst/>
            <a:ahLst/>
            <a:cxnLst/>
            <a:rect r="r" b="b" t="t" l="l"/>
            <a:pathLst>
              <a:path h="6060243" w="3036237">
                <a:moveTo>
                  <a:pt x="0" y="0"/>
                </a:moveTo>
                <a:lnTo>
                  <a:pt x="3036237" y="0"/>
                </a:lnTo>
                <a:lnTo>
                  <a:pt x="3036237" y="6060243"/>
                </a:lnTo>
                <a:lnTo>
                  <a:pt x="0" y="60602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5400000">
            <a:off x="16501682" y="-1753924"/>
            <a:ext cx="2841117" cy="5665680"/>
            <a:chOff x="0" y="0"/>
            <a:chExt cx="3788156" cy="755423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127"/>
              <a:ext cx="3788156" cy="7553960"/>
            </a:xfrm>
            <a:custGeom>
              <a:avLst/>
              <a:gdLst/>
              <a:ahLst/>
              <a:cxnLst/>
              <a:rect r="r" b="b" t="t" l="l"/>
              <a:pathLst>
                <a:path h="7553960" w="3788156">
                  <a:moveTo>
                    <a:pt x="3764915" y="0"/>
                  </a:moveTo>
                  <a:lnTo>
                    <a:pt x="2780284" y="982980"/>
                  </a:lnTo>
                  <a:lnTo>
                    <a:pt x="2775204" y="989711"/>
                  </a:lnTo>
                  <a:lnTo>
                    <a:pt x="2775204" y="3570351"/>
                  </a:lnTo>
                  <a:lnTo>
                    <a:pt x="1654175" y="4693285"/>
                  </a:lnTo>
                  <a:lnTo>
                    <a:pt x="1649095" y="4696714"/>
                  </a:lnTo>
                  <a:lnTo>
                    <a:pt x="1649095" y="6612636"/>
                  </a:lnTo>
                  <a:lnTo>
                    <a:pt x="1051179" y="7212457"/>
                  </a:lnTo>
                  <a:lnTo>
                    <a:pt x="0" y="7212457"/>
                  </a:lnTo>
                  <a:lnTo>
                    <a:pt x="0" y="7553960"/>
                  </a:lnTo>
                  <a:lnTo>
                    <a:pt x="34925" y="7553960"/>
                  </a:lnTo>
                  <a:lnTo>
                    <a:pt x="34925" y="7245858"/>
                  </a:lnTo>
                  <a:lnTo>
                    <a:pt x="1066165" y="7245858"/>
                  </a:lnTo>
                  <a:lnTo>
                    <a:pt x="1682623" y="6627622"/>
                  </a:lnTo>
                  <a:lnTo>
                    <a:pt x="1682623" y="4711700"/>
                  </a:lnTo>
                  <a:lnTo>
                    <a:pt x="2805430" y="3588766"/>
                  </a:lnTo>
                  <a:lnTo>
                    <a:pt x="2808732" y="3585337"/>
                  </a:lnTo>
                  <a:lnTo>
                    <a:pt x="2808732" y="1004570"/>
                  </a:lnTo>
                  <a:lnTo>
                    <a:pt x="3788156" y="23241"/>
                  </a:lnTo>
                  <a:lnTo>
                    <a:pt x="3764915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C0A9E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5786716" y="540001"/>
            <a:ext cx="6305760" cy="10237680"/>
          </a:xfrm>
          <a:custGeom>
            <a:avLst/>
            <a:gdLst/>
            <a:ahLst/>
            <a:cxnLst/>
            <a:rect r="r" b="b" t="t" l="l"/>
            <a:pathLst>
              <a:path h="10237680" w="6305760">
                <a:moveTo>
                  <a:pt x="0" y="0"/>
                </a:moveTo>
                <a:lnTo>
                  <a:pt x="6305760" y="0"/>
                </a:lnTo>
                <a:lnTo>
                  <a:pt x="6305760" y="10237679"/>
                </a:lnTo>
                <a:lnTo>
                  <a:pt x="0" y="102376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6680799" y="9463516"/>
            <a:ext cx="286169" cy="286169"/>
            <a:chOff x="0" y="0"/>
            <a:chExt cx="381559" cy="3815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1508" cy="381508"/>
            </a:xfrm>
            <a:custGeom>
              <a:avLst/>
              <a:gdLst/>
              <a:ahLst/>
              <a:cxnLst/>
              <a:rect r="r" b="b" t="t" l="l"/>
              <a:pathLst>
                <a:path h="381508" w="381508">
                  <a:moveTo>
                    <a:pt x="0" y="190754"/>
                  </a:moveTo>
                  <a:cubicBezTo>
                    <a:pt x="0" y="85471"/>
                    <a:pt x="85471" y="0"/>
                    <a:pt x="190754" y="0"/>
                  </a:cubicBezTo>
                  <a:lnTo>
                    <a:pt x="190754" y="12700"/>
                  </a:lnTo>
                  <a:lnTo>
                    <a:pt x="190754" y="0"/>
                  </a:lnTo>
                  <a:cubicBezTo>
                    <a:pt x="296164" y="0"/>
                    <a:pt x="381508" y="85471"/>
                    <a:pt x="381508" y="190754"/>
                  </a:cubicBezTo>
                  <a:cubicBezTo>
                    <a:pt x="381508" y="296037"/>
                    <a:pt x="296164" y="381508"/>
                    <a:pt x="190754" y="381508"/>
                  </a:cubicBezTo>
                  <a:lnTo>
                    <a:pt x="190754" y="368808"/>
                  </a:lnTo>
                  <a:lnTo>
                    <a:pt x="190754" y="381508"/>
                  </a:lnTo>
                  <a:cubicBezTo>
                    <a:pt x="85471" y="381508"/>
                    <a:pt x="0" y="296164"/>
                    <a:pt x="0" y="190754"/>
                  </a:cubicBezTo>
                  <a:lnTo>
                    <a:pt x="12700" y="190754"/>
                  </a:lnTo>
                  <a:lnTo>
                    <a:pt x="23622" y="197231"/>
                  </a:lnTo>
                  <a:cubicBezTo>
                    <a:pt x="20701" y="202184"/>
                    <a:pt x="14859" y="204470"/>
                    <a:pt x="9398" y="202946"/>
                  </a:cubicBezTo>
                  <a:cubicBezTo>
                    <a:pt x="3937" y="201422"/>
                    <a:pt x="0" y="196469"/>
                    <a:pt x="0" y="190754"/>
                  </a:cubicBezTo>
                  <a:moveTo>
                    <a:pt x="25400" y="190754"/>
                  </a:moveTo>
                  <a:lnTo>
                    <a:pt x="12700" y="190754"/>
                  </a:lnTo>
                  <a:lnTo>
                    <a:pt x="1778" y="184277"/>
                  </a:lnTo>
                  <a:cubicBezTo>
                    <a:pt x="4699" y="179324"/>
                    <a:pt x="10541" y="177038"/>
                    <a:pt x="16002" y="178562"/>
                  </a:cubicBezTo>
                  <a:cubicBezTo>
                    <a:pt x="21463" y="180086"/>
                    <a:pt x="25400" y="185039"/>
                    <a:pt x="25400" y="190754"/>
                  </a:cubicBezTo>
                  <a:cubicBezTo>
                    <a:pt x="25400" y="282067"/>
                    <a:pt x="99441" y="356108"/>
                    <a:pt x="190754" y="356108"/>
                  </a:cubicBezTo>
                  <a:cubicBezTo>
                    <a:pt x="282067" y="356108"/>
                    <a:pt x="356108" y="282067"/>
                    <a:pt x="356108" y="190754"/>
                  </a:cubicBezTo>
                  <a:lnTo>
                    <a:pt x="368808" y="190754"/>
                  </a:lnTo>
                  <a:lnTo>
                    <a:pt x="356108" y="190754"/>
                  </a:lnTo>
                  <a:cubicBezTo>
                    <a:pt x="356108" y="99441"/>
                    <a:pt x="282067" y="25400"/>
                    <a:pt x="190754" y="25400"/>
                  </a:cubicBezTo>
                  <a:lnTo>
                    <a:pt x="190754" y="12700"/>
                  </a:lnTo>
                  <a:lnTo>
                    <a:pt x="190754" y="25400"/>
                  </a:lnTo>
                  <a:cubicBezTo>
                    <a:pt x="99441" y="25400"/>
                    <a:pt x="25400" y="99441"/>
                    <a:pt x="25400" y="190754"/>
                  </a:cubicBezTo>
                  <a:close/>
                </a:path>
              </a:pathLst>
            </a:custGeom>
            <a:solidFill>
              <a:srgbClr val="8208D5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6728481" y="9510484"/>
            <a:ext cx="191519" cy="191519"/>
          </a:xfrm>
          <a:custGeom>
            <a:avLst/>
            <a:gdLst/>
            <a:ahLst/>
            <a:cxnLst/>
            <a:rect r="r" b="b" t="t" l="l"/>
            <a:pathLst>
              <a:path h="191519" w="191519">
                <a:moveTo>
                  <a:pt x="0" y="0"/>
                </a:moveTo>
                <a:lnTo>
                  <a:pt x="191519" y="0"/>
                </a:lnTo>
                <a:lnTo>
                  <a:pt x="191519" y="191519"/>
                </a:lnTo>
                <a:lnTo>
                  <a:pt x="0" y="19151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7871672" y="7579995"/>
            <a:ext cx="286169" cy="286169"/>
            <a:chOff x="0" y="0"/>
            <a:chExt cx="381559" cy="3815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1508" cy="381508"/>
            </a:xfrm>
            <a:custGeom>
              <a:avLst/>
              <a:gdLst/>
              <a:ahLst/>
              <a:cxnLst/>
              <a:rect r="r" b="b" t="t" l="l"/>
              <a:pathLst>
                <a:path h="381508" w="381508">
                  <a:moveTo>
                    <a:pt x="0" y="190754"/>
                  </a:moveTo>
                  <a:cubicBezTo>
                    <a:pt x="0" y="85471"/>
                    <a:pt x="85471" y="0"/>
                    <a:pt x="190754" y="0"/>
                  </a:cubicBezTo>
                  <a:lnTo>
                    <a:pt x="190754" y="12700"/>
                  </a:lnTo>
                  <a:lnTo>
                    <a:pt x="190754" y="0"/>
                  </a:lnTo>
                  <a:cubicBezTo>
                    <a:pt x="296164" y="0"/>
                    <a:pt x="381508" y="85471"/>
                    <a:pt x="381508" y="190754"/>
                  </a:cubicBezTo>
                  <a:cubicBezTo>
                    <a:pt x="381508" y="296037"/>
                    <a:pt x="296164" y="381508"/>
                    <a:pt x="190754" y="381508"/>
                  </a:cubicBezTo>
                  <a:lnTo>
                    <a:pt x="190754" y="368808"/>
                  </a:lnTo>
                  <a:lnTo>
                    <a:pt x="190754" y="381508"/>
                  </a:lnTo>
                  <a:cubicBezTo>
                    <a:pt x="85471" y="381508"/>
                    <a:pt x="0" y="296164"/>
                    <a:pt x="0" y="190754"/>
                  </a:cubicBezTo>
                  <a:lnTo>
                    <a:pt x="12700" y="190754"/>
                  </a:lnTo>
                  <a:lnTo>
                    <a:pt x="23622" y="197231"/>
                  </a:lnTo>
                  <a:cubicBezTo>
                    <a:pt x="20701" y="202184"/>
                    <a:pt x="14859" y="204470"/>
                    <a:pt x="9398" y="202946"/>
                  </a:cubicBezTo>
                  <a:cubicBezTo>
                    <a:pt x="3937" y="201422"/>
                    <a:pt x="0" y="196469"/>
                    <a:pt x="0" y="190754"/>
                  </a:cubicBezTo>
                  <a:moveTo>
                    <a:pt x="25400" y="190754"/>
                  </a:moveTo>
                  <a:lnTo>
                    <a:pt x="12700" y="190754"/>
                  </a:lnTo>
                  <a:lnTo>
                    <a:pt x="1778" y="184277"/>
                  </a:lnTo>
                  <a:cubicBezTo>
                    <a:pt x="4699" y="179324"/>
                    <a:pt x="10541" y="177038"/>
                    <a:pt x="16002" y="178562"/>
                  </a:cubicBezTo>
                  <a:cubicBezTo>
                    <a:pt x="21463" y="180086"/>
                    <a:pt x="25400" y="185039"/>
                    <a:pt x="25400" y="190754"/>
                  </a:cubicBezTo>
                  <a:cubicBezTo>
                    <a:pt x="25400" y="282067"/>
                    <a:pt x="99441" y="356108"/>
                    <a:pt x="190754" y="356108"/>
                  </a:cubicBezTo>
                  <a:cubicBezTo>
                    <a:pt x="282067" y="356108"/>
                    <a:pt x="356108" y="282067"/>
                    <a:pt x="356108" y="190754"/>
                  </a:cubicBezTo>
                  <a:lnTo>
                    <a:pt x="368808" y="190754"/>
                  </a:lnTo>
                  <a:lnTo>
                    <a:pt x="356108" y="190754"/>
                  </a:lnTo>
                  <a:cubicBezTo>
                    <a:pt x="356108" y="99441"/>
                    <a:pt x="282067" y="25400"/>
                    <a:pt x="190754" y="25400"/>
                  </a:cubicBezTo>
                  <a:lnTo>
                    <a:pt x="190754" y="12700"/>
                  </a:lnTo>
                  <a:lnTo>
                    <a:pt x="190754" y="25400"/>
                  </a:lnTo>
                  <a:cubicBezTo>
                    <a:pt x="99441" y="25400"/>
                    <a:pt x="25400" y="99441"/>
                    <a:pt x="25400" y="190754"/>
                  </a:cubicBezTo>
                  <a:close/>
                </a:path>
              </a:pathLst>
            </a:custGeom>
            <a:solidFill>
              <a:srgbClr val="8208D5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7919363" y="7626963"/>
            <a:ext cx="191519" cy="191519"/>
          </a:xfrm>
          <a:custGeom>
            <a:avLst/>
            <a:gdLst/>
            <a:ahLst/>
            <a:cxnLst/>
            <a:rect r="r" b="b" t="t" l="l"/>
            <a:pathLst>
              <a:path h="191519" w="191519">
                <a:moveTo>
                  <a:pt x="0" y="0"/>
                </a:moveTo>
                <a:lnTo>
                  <a:pt x="191520" y="0"/>
                </a:lnTo>
                <a:lnTo>
                  <a:pt x="191520" y="191519"/>
                </a:lnTo>
                <a:lnTo>
                  <a:pt x="0" y="19151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7603838" y="4839672"/>
            <a:ext cx="286169" cy="286169"/>
            <a:chOff x="0" y="0"/>
            <a:chExt cx="381559" cy="38155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1508" cy="381508"/>
            </a:xfrm>
            <a:custGeom>
              <a:avLst/>
              <a:gdLst/>
              <a:ahLst/>
              <a:cxnLst/>
              <a:rect r="r" b="b" t="t" l="l"/>
              <a:pathLst>
                <a:path h="381508" w="381508">
                  <a:moveTo>
                    <a:pt x="0" y="190754"/>
                  </a:moveTo>
                  <a:cubicBezTo>
                    <a:pt x="0" y="85471"/>
                    <a:pt x="85471" y="0"/>
                    <a:pt x="190754" y="0"/>
                  </a:cubicBezTo>
                  <a:lnTo>
                    <a:pt x="190754" y="12700"/>
                  </a:lnTo>
                  <a:lnTo>
                    <a:pt x="190754" y="0"/>
                  </a:lnTo>
                  <a:cubicBezTo>
                    <a:pt x="296164" y="0"/>
                    <a:pt x="381508" y="85471"/>
                    <a:pt x="381508" y="190754"/>
                  </a:cubicBezTo>
                  <a:cubicBezTo>
                    <a:pt x="381508" y="296037"/>
                    <a:pt x="296164" y="381508"/>
                    <a:pt x="190754" y="381508"/>
                  </a:cubicBezTo>
                  <a:lnTo>
                    <a:pt x="190754" y="368808"/>
                  </a:lnTo>
                  <a:lnTo>
                    <a:pt x="190754" y="381508"/>
                  </a:lnTo>
                  <a:cubicBezTo>
                    <a:pt x="85471" y="381508"/>
                    <a:pt x="0" y="296164"/>
                    <a:pt x="0" y="190754"/>
                  </a:cubicBezTo>
                  <a:lnTo>
                    <a:pt x="12700" y="190754"/>
                  </a:lnTo>
                  <a:lnTo>
                    <a:pt x="23622" y="197231"/>
                  </a:lnTo>
                  <a:cubicBezTo>
                    <a:pt x="20701" y="202184"/>
                    <a:pt x="14859" y="204470"/>
                    <a:pt x="9398" y="202946"/>
                  </a:cubicBezTo>
                  <a:cubicBezTo>
                    <a:pt x="3937" y="201422"/>
                    <a:pt x="0" y="196469"/>
                    <a:pt x="0" y="190754"/>
                  </a:cubicBezTo>
                  <a:moveTo>
                    <a:pt x="25400" y="190754"/>
                  </a:moveTo>
                  <a:lnTo>
                    <a:pt x="12700" y="190754"/>
                  </a:lnTo>
                  <a:lnTo>
                    <a:pt x="1778" y="184277"/>
                  </a:lnTo>
                  <a:cubicBezTo>
                    <a:pt x="4699" y="179324"/>
                    <a:pt x="10541" y="177038"/>
                    <a:pt x="16002" y="178562"/>
                  </a:cubicBezTo>
                  <a:cubicBezTo>
                    <a:pt x="21463" y="180086"/>
                    <a:pt x="25400" y="185039"/>
                    <a:pt x="25400" y="190754"/>
                  </a:cubicBezTo>
                  <a:cubicBezTo>
                    <a:pt x="25400" y="282067"/>
                    <a:pt x="99441" y="356108"/>
                    <a:pt x="190754" y="356108"/>
                  </a:cubicBezTo>
                  <a:cubicBezTo>
                    <a:pt x="282067" y="356108"/>
                    <a:pt x="356108" y="282067"/>
                    <a:pt x="356108" y="190754"/>
                  </a:cubicBezTo>
                  <a:lnTo>
                    <a:pt x="368808" y="190754"/>
                  </a:lnTo>
                  <a:lnTo>
                    <a:pt x="356108" y="190754"/>
                  </a:lnTo>
                  <a:cubicBezTo>
                    <a:pt x="356108" y="99441"/>
                    <a:pt x="282067" y="25400"/>
                    <a:pt x="190754" y="25400"/>
                  </a:cubicBezTo>
                  <a:lnTo>
                    <a:pt x="190754" y="12700"/>
                  </a:lnTo>
                  <a:lnTo>
                    <a:pt x="190754" y="25400"/>
                  </a:lnTo>
                  <a:cubicBezTo>
                    <a:pt x="99441" y="25400"/>
                    <a:pt x="25400" y="99441"/>
                    <a:pt x="25400" y="190754"/>
                  </a:cubicBezTo>
                  <a:close/>
                </a:path>
              </a:pathLst>
            </a:custGeom>
            <a:solidFill>
              <a:srgbClr val="8208D5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17650797" y="4887363"/>
            <a:ext cx="191519" cy="191519"/>
          </a:xfrm>
          <a:custGeom>
            <a:avLst/>
            <a:gdLst/>
            <a:ahLst/>
            <a:cxnLst/>
            <a:rect r="r" b="b" t="t" l="l"/>
            <a:pathLst>
              <a:path h="191519" w="191519">
                <a:moveTo>
                  <a:pt x="0" y="0"/>
                </a:moveTo>
                <a:lnTo>
                  <a:pt x="191519" y="0"/>
                </a:lnTo>
                <a:lnTo>
                  <a:pt x="191519" y="191519"/>
                </a:lnTo>
                <a:lnTo>
                  <a:pt x="0" y="19151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-1152096" y="7548010"/>
            <a:ext cx="3909793" cy="4144537"/>
          </a:xfrm>
          <a:custGeom>
            <a:avLst/>
            <a:gdLst/>
            <a:ahLst/>
            <a:cxnLst/>
            <a:rect r="r" b="b" t="t" l="l"/>
            <a:pathLst>
              <a:path h="4144537" w="3909793">
                <a:moveTo>
                  <a:pt x="0" y="0"/>
                </a:moveTo>
                <a:lnTo>
                  <a:pt x="3909793" y="0"/>
                </a:lnTo>
                <a:lnTo>
                  <a:pt x="3909793" y="4144537"/>
                </a:lnTo>
                <a:lnTo>
                  <a:pt x="0" y="414453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-1038958" y="-1146238"/>
            <a:ext cx="3002404" cy="5613844"/>
          </a:xfrm>
          <a:custGeom>
            <a:avLst/>
            <a:gdLst/>
            <a:ahLst/>
            <a:cxnLst/>
            <a:rect r="r" b="b" t="t" l="l"/>
            <a:pathLst>
              <a:path h="5613844" w="3002404">
                <a:moveTo>
                  <a:pt x="0" y="0"/>
                </a:moveTo>
                <a:lnTo>
                  <a:pt x="3002403" y="0"/>
                </a:lnTo>
                <a:lnTo>
                  <a:pt x="3002403" y="5613844"/>
                </a:lnTo>
                <a:lnTo>
                  <a:pt x="0" y="561384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43997" y="998277"/>
            <a:ext cx="16199282" cy="1812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1D1D1D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Training Analysis &amp; Plots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43997" y="3665458"/>
            <a:ext cx="16199282" cy="5622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2799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Key plots: training/validation loss curves, accuracy over epochs, weight distribution histograms, and activation gradients. </a:t>
            </a:r>
          </a:p>
          <a:p>
            <a:pPr algn="l">
              <a:lnSpc>
                <a:spcPts val="5039"/>
              </a:lnSpc>
            </a:pPr>
          </a:p>
          <a:p>
            <a:pPr algn="l">
              <a:lnSpc>
                <a:spcPts val="5039"/>
              </a:lnSpc>
            </a:pPr>
            <a:r>
              <a:rPr lang="en-US" sz="2799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Analyze early stopping points, gradient magnitudes to detect vanishing/exploding issues, and per-activation performance to guide architecture tweaks.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2596" y="9776517"/>
            <a:ext cx="3180236" cy="175679"/>
          </a:xfrm>
          <a:custGeom>
            <a:avLst/>
            <a:gdLst/>
            <a:ahLst/>
            <a:cxnLst/>
            <a:rect r="r" b="b" t="t" l="l"/>
            <a:pathLst>
              <a:path h="175679" w="3180236">
                <a:moveTo>
                  <a:pt x="0" y="0"/>
                </a:moveTo>
                <a:lnTo>
                  <a:pt x="3180236" y="0"/>
                </a:lnTo>
                <a:lnTo>
                  <a:pt x="3180236" y="175679"/>
                </a:lnTo>
                <a:lnTo>
                  <a:pt x="0" y="1756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67121" y="2771280"/>
            <a:ext cx="8056083" cy="10566721"/>
          </a:xfrm>
          <a:custGeom>
            <a:avLst/>
            <a:gdLst/>
            <a:ahLst/>
            <a:cxnLst/>
            <a:rect r="r" b="b" t="t" l="l"/>
            <a:pathLst>
              <a:path h="10566721" w="8056083">
                <a:moveTo>
                  <a:pt x="0" y="0"/>
                </a:moveTo>
                <a:lnTo>
                  <a:pt x="8056083" y="0"/>
                </a:lnTo>
                <a:lnTo>
                  <a:pt x="8056083" y="10566720"/>
                </a:lnTo>
                <a:lnTo>
                  <a:pt x="0" y="105667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392402" y="-613439"/>
            <a:ext cx="1832400" cy="1399680"/>
          </a:xfrm>
          <a:custGeom>
            <a:avLst/>
            <a:gdLst/>
            <a:ahLst/>
            <a:cxnLst/>
            <a:rect r="r" b="b" t="t" l="l"/>
            <a:pathLst>
              <a:path h="1399680" w="1832400">
                <a:moveTo>
                  <a:pt x="0" y="0"/>
                </a:moveTo>
                <a:lnTo>
                  <a:pt x="1832401" y="0"/>
                </a:lnTo>
                <a:lnTo>
                  <a:pt x="1832401" y="1399680"/>
                </a:lnTo>
                <a:lnTo>
                  <a:pt x="0" y="13996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961362" y="-3398396"/>
            <a:ext cx="8393763" cy="6405839"/>
            <a:chOff x="0" y="0"/>
            <a:chExt cx="11191684" cy="85411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191621" cy="8541131"/>
            </a:xfrm>
            <a:custGeom>
              <a:avLst/>
              <a:gdLst/>
              <a:ahLst/>
              <a:cxnLst/>
              <a:rect r="r" b="b" t="t" l="l"/>
              <a:pathLst>
                <a:path h="8541131" w="11191621">
                  <a:moveTo>
                    <a:pt x="0" y="0"/>
                  </a:moveTo>
                  <a:lnTo>
                    <a:pt x="11191621" y="0"/>
                  </a:lnTo>
                  <a:lnTo>
                    <a:pt x="11191621" y="8541131"/>
                  </a:lnTo>
                  <a:lnTo>
                    <a:pt x="0" y="8541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2338" t="-50331" r="-9381" b="-53331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9392402" y="-1095842"/>
            <a:ext cx="4615196" cy="1962722"/>
          </a:xfrm>
          <a:custGeom>
            <a:avLst/>
            <a:gdLst/>
            <a:ahLst/>
            <a:cxnLst/>
            <a:rect r="r" b="b" t="t" l="l"/>
            <a:pathLst>
              <a:path h="1962722" w="4615196">
                <a:moveTo>
                  <a:pt x="0" y="0"/>
                </a:moveTo>
                <a:lnTo>
                  <a:pt x="4615196" y="0"/>
                </a:lnTo>
                <a:lnTo>
                  <a:pt x="4615196" y="1962722"/>
                </a:lnTo>
                <a:lnTo>
                  <a:pt x="0" y="196272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390964" y="-776878"/>
            <a:ext cx="4615196" cy="1962722"/>
          </a:xfrm>
          <a:custGeom>
            <a:avLst/>
            <a:gdLst/>
            <a:ahLst/>
            <a:cxnLst/>
            <a:rect r="r" b="b" t="t" l="l"/>
            <a:pathLst>
              <a:path h="1962722" w="4615196">
                <a:moveTo>
                  <a:pt x="0" y="0"/>
                </a:moveTo>
                <a:lnTo>
                  <a:pt x="4615196" y="0"/>
                </a:lnTo>
                <a:lnTo>
                  <a:pt x="4615196" y="1962721"/>
                </a:lnTo>
                <a:lnTo>
                  <a:pt x="0" y="196272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99042" y="116643"/>
            <a:ext cx="2986564" cy="175679"/>
          </a:xfrm>
          <a:custGeom>
            <a:avLst/>
            <a:gdLst/>
            <a:ahLst/>
            <a:cxnLst/>
            <a:rect r="r" b="b" t="t" l="l"/>
            <a:pathLst>
              <a:path h="175679" w="2986564">
                <a:moveTo>
                  <a:pt x="0" y="0"/>
                </a:moveTo>
                <a:lnTo>
                  <a:pt x="2986564" y="0"/>
                </a:lnTo>
                <a:lnTo>
                  <a:pt x="2986564" y="175679"/>
                </a:lnTo>
                <a:lnTo>
                  <a:pt x="0" y="17567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390964" y="-370084"/>
            <a:ext cx="509045" cy="509759"/>
          </a:xfrm>
          <a:custGeom>
            <a:avLst/>
            <a:gdLst/>
            <a:ahLst/>
            <a:cxnLst/>
            <a:rect r="r" b="b" t="t" l="l"/>
            <a:pathLst>
              <a:path h="509759" w="509045">
                <a:moveTo>
                  <a:pt x="0" y="0"/>
                </a:moveTo>
                <a:lnTo>
                  <a:pt x="509045" y="0"/>
                </a:lnTo>
                <a:lnTo>
                  <a:pt x="509045" y="509759"/>
                </a:lnTo>
                <a:lnTo>
                  <a:pt x="0" y="50975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195845" y="-51121"/>
            <a:ext cx="509759" cy="509045"/>
          </a:xfrm>
          <a:custGeom>
            <a:avLst/>
            <a:gdLst/>
            <a:ahLst/>
            <a:cxnLst/>
            <a:rect r="r" b="b" t="t" l="l"/>
            <a:pathLst>
              <a:path h="509045" w="509759">
                <a:moveTo>
                  <a:pt x="0" y="0"/>
                </a:moveTo>
                <a:lnTo>
                  <a:pt x="509759" y="0"/>
                </a:lnTo>
                <a:lnTo>
                  <a:pt x="509759" y="509045"/>
                </a:lnTo>
                <a:lnTo>
                  <a:pt x="0" y="50904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539364" y="1053798"/>
            <a:ext cx="15227998" cy="893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4"/>
              </a:lnSpc>
            </a:pPr>
            <a:r>
              <a:rPr lang="en-US" sz="5550" b="true">
                <a:solidFill>
                  <a:srgbClr val="0C0A9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Conclusions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45278" y="3596516"/>
            <a:ext cx="6903358" cy="3550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169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Implementation demonstrates a complete NumPy-based binary classifier with manual backpropagation and regularization. </a:t>
            </a:r>
          </a:p>
          <a:p>
            <a:pPr algn="l">
              <a:lnSpc>
                <a:spcPts val="3124"/>
              </a:lnSpc>
            </a:pPr>
          </a:p>
          <a:p>
            <a:pPr algn="l">
              <a:lnSpc>
                <a:spcPts val="3124"/>
              </a:lnSpc>
            </a:pPr>
            <a:r>
              <a:rPr lang="en-US" sz="2169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Comparative experiments show activation choice and regularization materially affect performance; hyperparameter tuning is critical. Recommend </a:t>
            </a:r>
            <a:r>
              <a:rPr lang="en-US" sz="2169" b="true">
                <a:solidFill>
                  <a:srgbClr val="1D1D1D"/>
                </a:solidFill>
                <a:latin typeface="Poppins Bold"/>
                <a:ea typeface="Poppins Bold"/>
                <a:cs typeface="Poppins Bold"/>
                <a:sym typeface="Poppins Bold"/>
              </a:rPr>
              <a:t>ReLU</a:t>
            </a:r>
            <a:r>
              <a:rPr lang="en-US" sz="2169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 for hidden layers and L2 for general use, with targeted tuning per dataset.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724" y="8264881"/>
            <a:ext cx="4615920" cy="2280961"/>
          </a:xfrm>
          <a:custGeom>
            <a:avLst/>
            <a:gdLst/>
            <a:ahLst/>
            <a:cxnLst/>
            <a:rect r="r" b="b" t="t" l="l"/>
            <a:pathLst>
              <a:path h="2280961" w="4615920">
                <a:moveTo>
                  <a:pt x="0" y="0"/>
                </a:moveTo>
                <a:lnTo>
                  <a:pt x="4615920" y="0"/>
                </a:lnTo>
                <a:lnTo>
                  <a:pt x="4615920" y="2280961"/>
                </a:lnTo>
                <a:lnTo>
                  <a:pt x="0" y="2280961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8592312" y="8762952"/>
            <a:ext cx="286893" cy="286893"/>
            <a:chOff x="0" y="0"/>
            <a:chExt cx="382524" cy="38252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82524" cy="382524"/>
            </a:xfrm>
            <a:custGeom>
              <a:avLst/>
              <a:gdLst/>
              <a:ahLst/>
              <a:cxnLst/>
              <a:rect r="r" b="b" t="t" l="l"/>
              <a:pathLst>
                <a:path h="382524" w="382524">
                  <a:moveTo>
                    <a:pt x="0" y="191262"/>
                  </a:moveTo>
                  <a:cubicBezTo>
                    <a:pt x="0" y="85598"/>
                    <a:pt x="85598" y="0"/>
                    <a:pt x="191262" y="0"/>
                  </a:cubicBezTo>
                  <a:lnTo>
                    <a:pt x="191262" y="12700"/>
                  </a:lnTo>
                  <a:lnTo>
                    <a:pt x="191262" y="0"/>
                  </a:lnTo>
                  <a:cubicBezTo>
                    <a:pt x="296926" y="0"/>
                    <a:pt x="382524" y="85598"/>
                    <a:pt x="382524" y="191262"/>
                  </a:cubicBezTo>
                  <a:cubicBezTo>
                    <a:pt x="382524" y="296926"/>
                    <a:pt x="296926" y="382524"/>
                    <a:pt x="191262" y="382524"/>
                  </a:cubicBezTo>
                  <a:lnTo>
                    <a:pt x="191262" y="369824"/>
                  </a:lnTo>
                  <a:lnTo>
                    <a:pt x="191262" y="382524"/>
                  </a:lnTo>
                  <a:cubicBezTo>
                    <a:pt x="85598" y="382524"/>
                    <a:pt x="0" y="296926"/>
                    <a:pt x="0" y="191262"/>
                  </a:cubicBezTo>
                  <a:lnTo>
                    <a:pt x="12700" y="191262"/>
                  </a:lnTo>
                  <a:lnTo>
                    <a:pt x="23622" y="197739"/>
                  </a:lnTo>
                  <a:cubicBezTo>
                    <a:pt x="20701" y="202692"/>
                    <a:pt x="14859" y="204978"/>
                    <a:pt x="9398" y="203454"/>
                  </a:cubicBezTo>
                  <a:cubicBezTo>
                    <a:pt x="3937" y="201930"/>
                    <a:pt x="0" y="196977"/>
                    <a:pt x="0" y="191262"/>
                  </a:cubicBezTo>
                  <a:moveTo>
                    <a:pt x="25400" y="191262"/>
                  </a:moveTo>
                  <a:lnTo>
                    <a:pt x="12700" y="191262"/>
                  </a:lnTo>
                  <a:lnTo>
                    <a:pt x="1778" y="184785"/>
                  </a:lnTo>
                  <a:cubicBezTo>
                    <a:pt x="4699" y="179832"/>
                    <a:pt x="10541" y="177546"/>
                    <a:pt x="16002" y="179070"/>
                  </a:cubicBezTo>
                  <a:cubicBezTo>
                    <a:pt x="21463" y="180594"/>
                    <a:pt x="25400" y="185547"/>
                    <a:pt x="25400" y="191262"/>
                  </a:cubicBezTo>
                  <a:cubicBezTo>
                    <a:pt x="25400" y="282829"/>
                    <a:pt x="99695" y="357124"/>
                    <a:pt x="191262" y="357124"/>
                  </a:cubicBezTo>
                  <a:cubicBezTo>
                    <a:pt x="282829" y="357124"/>
                    <a:pt x="357124" y="282829"/>
                    <a:pt x="357124" y="191262"/>
                  </a:cubicBezTo>
                  <a:lnTo>
                    <a:pt x="369824" y="191262"/>
                  </a:lnTo>
                  <a:lnTo>
                    <a:pt x="357124" y="191262"/>
                  </a:lnTo>
                  <a:cubicBezTo>
                    <a:pt x="357124" y="99695"/>
                    <a:pt x="282829" y="25400"/>
                    <a:pt x="191262" y="25400"/>
                  </a:cubicBezTo>
                  <a:lnTo>
                    <a:pt x="191262" y="12700"/>
                  </a:lnTo>
                  <a:lnTo>
                    <a:pt x="191262" y="25400"/>
                  </a:lnTo>
                  <a:cubicBezTo>
                    <a:pt x="99695" y="25400"/>
                    <a:pt x="25400" y="99695"/>
                    <a:pt x="25400" y="191262"/>
                  </a:cubicBezTo>
                  <a:close/>
                </a:path>
              </a:pathLst>
            </a:custGeom>
            <a:solidFill>
              <a:srgbClr val="0C0A9E"/>
            </a:solidFill>
          </p:spPr>
        </p:sp>
      </p:grpSp>
      <p:sp>
        <p:nvSpPr>
          <p:cNvPr name="AutoShape 17" id="17"/>
          <p:cNvSpPr/>
          <p:nvPr/>
        </p:nvSpPr>
        <p:spPr>
          <a:xfrm rot="7620">
            <a:off x="-257213" y="8901998"/>
            <a:ext cx="8944908" cy="0"/>
          </a:xfrm>
          <a:prstGeom prst="line">
            <a:avLst/>
          </a:prstGeom>
          <a:ln cap="rnd" w="9525">
            <a:solidFill>
              <a:srgbClr val="0C0A9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8662321" y="8832961"/>
            <a:ext cx="146876" cy="146876"/>
            <a:chOff x="0" y="0"/>
            <a:chExt cx="195834" cy="19583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5834" cy="195834"/>
            </a:xfrm>
            <a:custGeom>
              <a:avLst/>
              <a:gdLst/>
              <a:ahLst/>
              <a:cxnLst/>
              <a:rect r="r" b="b" t="t" l="l"/>
              <a:pathLst>
                <a:path h="195834" w="195834">
                  <a:moveTo>
                    <a:pt x="0" y="97917"/>
                  </a:moveTo>
                  <a:cubicBezTo>
                    <a:pt x="0" y="43815"/>
                    <a:pt x="43815" y="0"/>
                    <a:pt x="97917" y="0"/>
                  </a:cubicBezTo>
                  <a:cubicBezTo>
                    <a:pt x="152019" y="0"/>
                    <a:pt x="195834" y="43815"/>
                    <a:pt x="195834" y="97917"/>
                  </a:cubicBezTo>
                  <a:cubicBezTo>
                    <a:pt x="195834" y="152019"/>
                    <a:pt x="152019" y="195834"/>
                    <a:pt x="97917" y="195834"/>
                  </a:cubicBezTo>
                  <a:cubicBezTo>
                    <a:pt x="43815" y="195834"/>
                    <a:pt x="0" y="152019"/>
                    <a:pt x="0" y="97917"/>
                  </a:cubicBezTo>
                  <a:close/>
                </a:path>
              </a:pathLst>
            </a:custGeom>
            <a:solidFill>
              <a:srgbClr val="0C0A9E"/>
            </a:solidFill>
          </p:spPr>
        </p:sp>
      </p:grp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82968" y="-988685"/>
            <a:ext cx="2896467" cy="4476369"/>
          </a:xfrm>
          <a:custGeom>
            <a:avLst/>
            <a:gdLst/>
            <a:ahLst/>
            <a:cxnLst/>
            <a:rect r="r" b="b" t="t" l="l"/>
            <a:pathLst>
              <a:path h="4476369" w="2896467">
                <a:moveTo>
                  <a:pt x="0" y="0"/>
                </a:moveTo>
                <a:lnTo>
                  <a:pt x="2896467" y="0"/>
                </a:lnTo>
                <a:lnTo>
                  <a:pt x="2896467" y="4476369"/>
                </a:lnTo>
                <a:lnTo>
                  <a:pt x="0" y="44763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5320798" y="8551440"/>
            <a:ext cx="7097039" cy="5983919"/>
            <a:chOff x="0" y="0"/>
            <a:chExt cx="9462719" cy="797855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462770" cy="7978521"/>
            </a:xfrm>
            <a:custGeom>
              <a:avLst/>
              <a:gdLst/>
              <a:ahLst/>
              <a:cxnLst/>
              <a:rect r="r" b="b" t="t" l="l"/>
              <a:pathLst>
                <a:path h="7978521" w="9462770">
                  <a:moveTo>
                    <a:pt x="0" y="0"/>
                  </a:moveTo>
                  <a:lnTo>
                    <a:pt x="9462770" y="0"/>
                  </a:lnTo>
                  <a:lnTo>
                    <a:pt x="9462770" y="7978521"/>
                  </a:lnTo>
                  <a:lnTo>
                    <a:pt x="0" y="79785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4672" t="-50317" r="-20812" b="-5329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5905443" y="9438484"/>
            <a:ext cx="3034798" cy="1812960"/>
          </a:xfrm>
          <a:custGeom>
            <a:avLst/>
            <a:gdLst/>
            <a:ahLst/>
            <a:cxnLst/>
            <a:rect r="r" b="b" t="t" l="l"/>
            <a:pathLst>
              <a:path h="1812960" w="3034798">
                <a:moveTo>
                  <a:pt x="0" y="0"/>
                </a:moveTo>
                <a:lnTo>
                  <a:pt x="3034798" y="0"/>
                </a:lnTo>
                <a:lnTo>
                  <a:pt x="3034798" y="1812960"/>
                </a:lnTo>
                <a:lnTo>
                  <a:pt x="0" y="18129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556204" y="8924763"/>
            <a:ext cx="5665680" cy="2841117"/>
          </a:xfrm>
          <a:custGeom>
            <a:avLst/>
            <a:gdLst/>
            <a:ahLst/>
            <a:cxnLst/>
            <a:rect r="r" b="b" t="t" l="l"/>
            <a:pathLst>
              <a:path h="2841117" w="5665680">
                <a:moveTo>
                  <a:pt x="0" y="0"/>
                </a:moveTo>
                <a:lnTo>
                  <a:pt x="5665679" y="0"/>
                </a:lnTo>
                <a:lnTo>
                  <a:pt x="5665679" y="2841117"/>
                </a:lnTo>
                <a:lnTo>
                  <a:pt x="0" y="284111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406244" y="6978529"/>
            <a:ext cx="10456564" cy="1094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1"/>
              </a:lnSpc>
            </a:pPr>
            <a:r>
              <a:rPr lang="en-US" sz="2400" b="true">
                <a:solidFill>
                  <a:srgbClr val="1D1D1D"/>
                </a:solidFill>
                <a:latin typeface="Poppins Bold"/>
                <a:ea typeface="Poppins Bold"/>
                <a:cs typeface="Poppins Bold"/>
                <a:sym typeface="Poppins Bold"/>
              </a:rPr>
              <a:t>CREDITS: </a:t>
            </a:r>
            <a:r>
              <a:rPr lang="en-US" sz="2400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This presentation template was created by </a:t>
            </a:r>
            <a:r>
              <a:rPr lang="en-US" b="true" sz="2400" u="sng">
                <a:solidFill>
                  <a:srgbClr val="1D1D1D"/>
                </a:solidFill>
                <a:latin typeface="Poppins Bold"/>
                <a:ea typeface="Poppins Bold"/>
                <a:cs typeface="Poppins Bold"/>
                <a:sym typeface="Poppins Bold"/>
                <a:hlinkClick r:id="rId9" tooltip="https://bit.ly/3A1uf1Q"/>
              </a:rPr>
              <a:t>Slidesgo</a:t>
            </a:r>
            <a:r>
              <a:rPr lang="en-US" sz="2400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, and includes icons, infographics &amp; images by</a:t>
            </a:r>
            <a:r>
              <a:rPr lang="en-US" sz="2400" b="true">
                <a:solidFill>
                  <a:srgbClr val="1D1D1D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2400" u="sng">
                <a:solidFill>
                  <a:srgbClr val="1D1D1D"/>
                </a:solidFill>
                <a:latin typeface="Poppins Bold"/>
                <a:ea typeface="Poppins Bold"/>
                <a:cs typeface="Poppins Bold"/>
                <a:sym typeface="Poppins Bold"/>
                <a:hlinkClick r:id="rId10" tooltip="http://bit.ly/2TtBDfr"/>
              </a:rPr>
              <a:t>Freepik</a:t>
            </a:r>
            <a:r>
              <a:rPr lang="en-US" b="true" sz="2400" u="sng">
                <a:solidFill>
                  <a:srgbClr val="1D1D1D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96157" y="3301032"/>
            <a:ext cx="8712718" cy="2303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 b="true">
                <a:solidFill>
                  <a:srgbClr val="1D1D1D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Do you have any questions?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1D1D1D"/>
                </a:solidFill>
                <a:latin typeface="IBM Plex Mono"/>
                <a:ea typeface="IBM Plex Mono"/>
                <a:cs typeface="IBM Plex Mono"/>
                <a:sym typeface="IBM Plex Mono"/>
              </a:rPr>
              <a:t>youremail@freepik.com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1D1D1D"/>
                </a:solidFill>
                <a:latin typeface="IBM Plex Mono"/>
                <a:ea typeface="IBM Plex Mono"/>
                <a:cs typeface="IBM Plex Mono"/>
                <a:sym typeface="IBM Plex Mono"/>
              </a:rPr>
              <a:t>+34 654 321 432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1D1D1D"/>
                </a:solidFill>
                <a:latin typeface="IBM Plex Mono"/>
                <a:ea typeface="IBM Plex Mono"/>
                <a:cs typeface="IBM Plex Mono"/>
                <a:sym typeface="IBM Plex Mono"/>
              </a:rPr>
              <a:t>yourwebsite.com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415597" y="1072639"/>
            <a:ext cx="10065601" cy="4156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0"/>
              </a:lnSpc>
            </a:pPr>
            <a:r>
              <a:rPr lang="en-US" sz="13000" b="true">
                <a:solidFill>
                  <a:srgbClr val="0C0A9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Thanks!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611511" y="5959993"/>
            <a:ext cx="1214247" cy="790165"/>
          </a:xfrm>
          <a:custGeom>
            <a:avLst/>
            <a:gdLst/>
            <a:ahLst/>
            <a:cxnLst/>
            <a:rect r="r" b="b" t="t" l="l"/>
            <a:pathLst>
              <a:path h="790165" w="1214247">
                <a:moveTo>
                  <a:pt x="0" y="0"/>
                </a:moveTo>
                <a:lnTo>
                  <a:pt x="1214247" y="0"/>
                </a:lnTo>
                <a:lnTo>
                  <a:pt x="1214247" y="790165"/>
                </a:lnTo>
                <a:lnTo>
                  <a:pt x="0" y="79016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035438" y="5959993"/>
            <a:ext cx="1214247" cy="790165"/>
          </a:xfrm>
          <a:custGeom>
            <a:avLst/>
            <a:gdLst/>
            <a:ahLst/>
            <a:cxnLst/>
            <a:rect r="r" b="b" t="t" l="l"/>
            <a:pathLst>
              <a:path h="790165" w="1214247">
                <a:moveTo>
                  <a:pt x="0" y="0"/>
                </a:moveTo>
                <a:lnTo>
                  <a:pt x="1214247" y="0"/>
                </a:lnTo>
                <a:lnTo>
                  <a:pt x="1214247" y="790165"/>
                </a:lnTo>
                <a:lnTo>
                  <a:pt x="0" y="79016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458631" y="5959993"/>
            <a:ext cx="1214247" cy="790165"/>
          </a:xfrm>
          <a:custGeom>
            <a:avLst/>
            <a:gdLst/>
            <a:ahLst/>
            <a:cxnLst/>
            <a:rect r="r" b="b" t="t" l="l"/>
            <a:pathLst>
              <a:path h="790165" w="1214247">
                <a:moveTo>
                  <a:pt x="0" y="0"/>
                </a:moveTo>
                <a:lnTo>
                  <a:pt x="1214247" y="0"/>
                </a:lnTo>
                <a:lnTo>
                  <a:pt x="1214247" y="790165"/>
                </a:lnTo>
                <a:lnTo>
                  <a:pt x="0" y="79016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145285" y="-699116"/>
            <a:ext cx="2078641" cy="4887363"/>
          </a:xfrm>
          <a:custGeom>
            <a:avLst/>
            <a:gdLst/>
            <a:ahLst/>
            <a:cxnLst/>
            <a:rect r="r" b="b" t="t" l="l"/>
            <a:pathLst>
              <a:path h="4887363" w="2078641">
                <a:moveTo>
                  <a:pt x="0" y="0"/>
                </a:moveTo>
                <a:lnTo>
                  <a:pt x="2078640" y="0"/>
                </a:lnTo>
                <a:lnTo>
                  <a:pt x="2078640" y="4887363"/>
                </a:lnTo>
                <a:lnTo>
                  <a:pt x="0" y="4887363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482955" y="-700564"/>
            <a:ext cx="2078641" cy="4887363"/>
          </a:xfrm>
          <a:custGeom>
            <a:avLst/>
            <a:gdLst/>
            <a:ahLst/>
            <a:cxnLst/>
            <a:rect r="r" b="b" t="t" l="l"/>
            <a:pathLst>
              <a:path h="4887363" w="2078641">
                <a:moveTo>
                  <a:pt x="0" y="0"/>
                </a:moveTo>
                <a:lnTo>
                  <a:pt x="2078641" y="0"/>
                </a:lnTo>
                <a:lnTo>
                  <a:pt x="2078641" y="4887363"/>
                </a:lnTo>
                <a:lnTo>
                  <a:pt x="0" y="4887363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548236" y="-2197437"/>
            <a:ext cx="6677997" cy="10841765"/>
          </a:xfrm>
          <a:custGeom>
            <a:avLst/>
            <a:gdLst/>
            <a:ahLst/>
            <a:cxnLst/>
            <a:rect r="r" b="b" t="t" l="l"/>
            <a:pathLst>
              <a:path h="10841765" w="6677997">
                <a:moveTo>
                  <a:pt x="0" y="0"/>
                </a:moveTo>
                <a:lnTo>
                  <a:pt x="6677997" y="0"/>
                </a:lnTo>
                <a:lnTo>
                  <a:pt x="6677997" y="10841765"/>
                </a:lnTo>
                <a:lnTo>
                  <a:pt x="0" y="10841765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604560" y="1306078"/>
            <a:ext cx="1231916" cy="1231202"/>
          </a:xfrm>
          <a:custGeom>
            <a:avLst/>
            <a:gdLst/>
            <a:ahLst/>
            <a:cxnLst/>
            <a:rect r="r" b="b" t="t" l="l"/>
            <a:pathLst>
              <a:path h="1231202" w="1231916">
                <a:moveTo>
                  <a:pt x="0" y="0"/>
                </a:moveTo>
                <a:lnTo>
                  <a:pt x="1231916" y="0"/>
                </a:lnTo>
                <a:lnTo>
                  <a:pt x="1231916" y="1231201"/>
                </a:lnTo>
                <a:lnTo>
                  <a:pt x="0" y="1231201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6543992" y="2658799"/>
            <a:ext cx="302009" cy="302009"/>
            <a:chOff x="0" y="0"/>
            <a:chExt cx="402679" cy="40267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02717" cy="402590"/>
            </a:xfrm>
            <a:custGeom>
              <a:avLst/>
              <a:gdLst/>
              <a:ahLst/>
              <a:cxnLst/>
              <a:rect r="r" b="b" t="t" l="l"/>
              <a:pathLst>
                <a:path h="402590" w="402717">
                  <a:moveTo>
                    <a:pt x="25400" y="201295"/>
                  </a:moveTo>
                  <a:cubicBezTo>
                    <a:pt x="25400" y="298450"/>
                    <a:pt x="104140" y="377317"/>
                    <a:pt x="201295" y="377317"/>
                  </a:cubicBezTo>
                  <a:lnTo>
                    <a:pt x="201295" y="390017"/>
                  </a:lnTo>
                  <a:lnTo>
                    <a:pt x="201295" y="377317"/>
                  </a:lnTo>
                  <a:lnTo>
                    <a:pt x="201295" y="390017"/>
                  </a:lnTo>
                  <a:lnTo>
                    <a:pt x="201295" y="377317"/>
                  </a:lnTo>
                  <a:cubicBezTo>
                    <a:pt x="298450" y="377317"/>
                    <a:pt x="377190" y="298577"/>
                    <a:pt x="377190" y="201422"/>
                  </a:cubicBezTo>
                  <a:lnTo>
                    <a:pt x="389890" y="201422"/>
                  </a:lnTo>
                  <a:lnTo>
                    <a:pt x="377190" y="201422"/>
                  </a:lnTo>
                  <a:cubicBezTo>
                    <a:pt x="377317" y="104140"/>
                    <a:pt x="298450" y="25400"/>
                    <a:pt x="201295" y="25400"/>
                  </a:cubicBezTo>
                  <a:lnTo>
                    <a:pt x="201295" y="12700"/>
                  </a:lnTo>
                  <a:lnTo>
                    <a:pt x="201295" y="25400"/>
                  </a:lnTo>
                  <a:cubicBezTo>
                    <a:pt x="104140" y="25400"/>
                    <a:pt x="25400" y="104140"/>
                    <a:pt x="25400" y="201295"/>
                  </a:cubicBezTo>
                  <a:cubicBezTo>
                    <a:pt x="25400" y="206756"/>
                    <a:pt x="21971" y="211455"/>
                    <a:pt x="16891" y="213233"/>
                  </a:cubicBezTo>
                  <a:cubicBezTo>
                    <a:pt x="11811" y="215011"/>
                    <a:pt x="6096" y="213360"/>
                    <a:pt x="2794" y="209169"/>
                  </a:cubicBezTo>
                  <a:lnTo>
                    <a:pt x="12700" y="201295"/>
                  </a:lnTo>
                  <a:lnTo>
                    <a:pt x="25400" y="201295"/>
                  </a:lnTo>
                  <a:moveTo>
                    <a:pt x="0" y="201295"/>
                  </a:moveTo>
                  <a:cubicBezTo>
                    <a:pt x="0" y="195834"/>
                    <a:pt x="3429" y="191135"/>
                    <a:pt x="8509" y="189357"/>
                  </a:cubicBezTo>
                  <a:cubicBezTo>
                    <a:pt x="13589" y="187579"/>
                    <a:pt x="19304" y="189230"/>
                    <a:pt x="22606" y="193421"/>
                  </a:cubicBezTo>
                  <a:lnTo>
                    <a:pt x="12700" y="201295"/>
                  </a:lnTo>
                  <a:lnTo>
                    <a:pt x="0" y="201295"/>
                  </a:lnTo>
                  <a:cubicBezTo>
                    <a:pt x="0" y="90170"/>
                    <a:pt x="90170" y="0"/>
                    <a:pt x="201295" y="0"/>
                  </a:cubicBezTo>
                  <a:cubicBezTo>
                    <a:pt x="312420" y="0"/>
                    <a:pt x="402717" y="90170"/>
                    <a:pt x="402717" y="201295"/>
                  </a:cubicBezTo>
                  <a:cubicBezTo>
                    <a:pt x="402717" y="312420"/>
                    <a:pt x="312547" y="402590"/>
                    <a:pt x="201422" y="402590"/>
                  </a:cubicBezTo>
                  <a:cubicBezTo>
                    <a:pt x="90297" y="402590"/>
                    <a:pt x="0" y="312547"/>
                    <a:pt x="0" y="201295"/>
                  </a:cubicBezTo>
                  <a:close/>
                </a:path>
              </a:pathLst>
            </a:custGeom>
            <a:solidFill>
              <a:srgbClr val="8208D5"/>
            </a:solid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16593122" y="2710082"/>
            <a:ext cx="203044" cy="203044"/>
          </a:xfrm>
          <a:custGeom>
            <a:avLst/>
            <a:gdLst/>
            <a:ahLst/>
            <a:cxnLst/>
            <a:rect r="r" b="b" t="t" l="l"/>
            <a:pathLst>
              <a:path h="203044" w="203044">
                <a:moveTo>
                  <a:pt x="0" y="0"/>
                </a:moveTo>
                <a:lnTo>
                  <a:pt x="203044" y="0"/>
                </a:lnTo>
                <a:lnTo>
                  <a:pt x="203044" y="203044"/>
                </a:lnTo>
                <a:lnTo>
                  <a:pt x="0" y="203044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5730395" y="3450793"/>
            <a:ext cx="302009" cy="302009"/>
            <a:chOff x="0" y="0"/>
            <a:chExt cx="402679" cy="40267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2717" cy="402590"/>
            </a:xfrm>
            <a:custGeom>
              <a:avLst/>
              <a:gdLst/>
              <a:ahLst/>
              <a:cxnLst/>
              <a:rect r="r" b="b" t="t" l="l"/>
              <a:pathLst>
                <a:path h="402590" w="402717">
                  <a:moveTo>
                    <a:pt x="25400" y="201295"/>
                  </a:moveTo>
                  <a:cubicBezTo>
                    <a:pt x="25400" y="298450"/>
                    <a:pt x="104140" y="377317"/>
                    <a:pt x="201295" y="377317"/>
                  </a:cubicBezTo>
                  <a:lnTo>
                    <a:pt x="201295" y="390017"/>
                  </a:lnTo>
                  <a:lnTo>
                    <a:pt x="201295" y="377317"/>
                  </a:lnTo>
                  <a:lnTo>
                    <a:pt x="201295" y="390017"/>
                  </a:lnTo>
                  <a:lnTo>
                    <a:pt x="201295" y="377317"/>
                  </a:lnTo>
                  <a:cubicBezTo>
                    <a:pt x="298450" y="377317"/>
                    <a:pt x="377190" y="298577"/>
                    <a:pt x="377190" y="201422"/>
                  </a:cubicBezTo>
                  <a:lnTo>
                    <a:pt x="389890" y="201422"/>
                  </a:lnTo>
                  <a:lnTo>
                    <a:pt x="377190" y="201422"/>
                  </a:lnTo>
                  <a:cubicBezTo>
                    <a:pt x="377317" y="104140"/>
                    <a:pt x="298450" y="25400"/>
                    <a:pt x="201295" y="25400"/>
                  </a:cubicBezTo>
                  <a:lnTo>
                    <a:pt x="201295" y="12700"/>
                  </a:lnTo>
                  <a:lnTo>
                    <a:pt x="201295" y="25400"/>
                  </a:lnTo>
                  <a:cubicBezTo>
                    <a:pt x="104140" y="25400"/>
                    <a:pt x="25400" y="104140"/>
                    <a:pt x="25400" y="201295"/>
                  </a:cubicBezTo>
                  <a:cubicBezTo>
                    <a:pt x="25400" y="206756"/>
                    <a:pt x="21971" y="211455"/>
                    <a:pt x="16891" y="213233"/>
                  </a:cubicBezTo>
                  <a:cubicBezTo>
                    <a:pt x="11811" y="215011"/>
                    <a:pt x="6096" y="213360"/>
                    <a:pt x="2794" y="209169"/>
                  </a:cubicBezTo>
                  <a:lnTo>
                    <a:pt x="12700" y="201295"/>
                  </a:lnTo>
                  <a:lnTo>
                    <a:pt x="25400" y="201295"/>
                  </a:lnTo>
                  <a:moveTo>
                    <a:pt x="0" y="201295"/>
                  </a:moveTo>
                  <a:cubicBezTo>
                    <a:pt x="0" y="195834"/>
                    <a:pt x="3429" y="191135"/>
                    <a:pt x="8509" y="189357"/>
                  </a:cubicBezTo>
                  <a:cubicBezTo>
                    <a:pt x="13589" y="187579"/>
                    <a:pt x="19304" y="189230"/>
                    <a:pt x="22606" y="193421"/>
                  </a:cubicBezTo>
                  <a:lnTo>
                    <a:pt x="12700" y="201295"/>
                  </a:lnTo>
                  <a:lnTo>
                    <a:pt x="0" y="201295"/>
                  </a:lnTo>
                  <a:cubicBezTo>
                    <a:pt x="0" y="90170"/>
                    <a:pt x="90170" y="0"/>
                    <a:pt x="201295" y="0"/>
                  </a:cubicBezTo>
                  <a:cubicBezTo>
                    <a:pt x="312420" y="0"/>
                    <a:pt x="402717" y="90170"/>
                    <a:pt x="402717" y="201295"/>
                  </a:cubicBezTo>
                  <a:cubicBezTo>
                    <a:pt x="402717" y="312420"/>
                    <a:pt x="312547" y="402590"/>
                    <a:pt x="201422" y="402590"/>
                  </a:cubicBezTo>
                  <a:cubicBezTo>
                    <a:pt x="90297" y="402590"/>
                    <a:pt x="0" y="312547"/>
                    <a:pt x="0" y="201295"/>
                  </a:cubicBezTo>
                  <a:close/>
                </a:path>
              </a:pathLst>
            </a:custGeom>
            <a:solidFill>
              <a:srgbClr val="8208D5"/>
            </a:solid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15779525" y="3501361"/>
            <a:ext cx="203044" cy="203044"/>
          </a:xfrm>
          <a:custGeom>
            <a:avLst/>
            <a:gdLst/>
            <a:ahLst/>
            <a:cxnLst/>
            <a:rect r="r" b="b" t="t" l="l"/>
            <a:pathLst>
              <a:path h="203044" w="203044">
                <a:moveTo>
                  <a:pt x="0" y="0"/>
                </a:moveTo>
                <a:lnTo>
                  <a:pt x="203044" y="0"/>
                </a:lnTo>
                <a:lnTo>
                  <a:pt x="203044" y="203045"/>
                </a:lnTo>
                <a:lnTo>
                  <a:pt x="0" y="203045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7834239" y="4903756"/>
            <a:ext cx="302009" cy="302009"/>
            <a:chOff x="0" y="0"/>
            <a:chExt cx="402679" cy="40267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02717" cy="402590"/>
            </a:xfrm>
            <a:custGeom>
              <a:avLst/>
              <a:gdLst/>
              <a:ahLst/>
              <a:cxnLst/>
              <a:rect r="r" b="b" t="t" l="l"/>
              <a:pathLst>
                <a:path h="402590" w="402717">
                  <a:moveTo>
                    <a:pt x="25400" y="201295"/>
                  </a:moveTo>
                  <a:cubicBezTo>
                    <a:pt x="25400" y="298450"/>
                    <a:pt x="104140" y="377317"/>
                    <a:pt x="201295" y="377317"/>
                  </a:cubicBezTo>
                  <a:lnTo>
                    <a:pt x="201295" y="390017"/>
                  </a:lnTo>
                  <a:lnTo>
                    <a:pt x="201295" y="377317"/>
                  </a:lnTo>
                  <a:lnTo>
                    <a:pt x="201295" y="390017"/>
                  </a:lnTo>
                  <a:lnTo>
                    <a:pt x="201295" y="377317"/>
                  </a:lnTo>
                  <a:cubicBezTo>
                    <a:pt x="298450" y="377317"/>
                    <a:pt x="377190" y="298577"/>
                    <a:pt x="377190" y="201422"/>
                  </a:cubicBezTo>
                  <a:lnTo>
                    <a:pt x="389890" y="201422"/>
                  </a:lnTo>
                  <a:lnTo>
                    <a:pt x="377190" y="201422"/>
                  </a:lnTo>
                  <a:cubicBezTo>
                    <a:pt x="377317" y="104140"/>
                    <a:pt x="298450" y="25400"/>
                    <a:pt x="201295" y="25400"/>
                  </a:cubicBezTo>
                  <a:lnTo>
                    <a:pt x="201295" y="12700"/>
                  </a:lnTo>
                  <a:lnTo>
                    <a:pt x="201295" y="25400"/>
                  </a:lnTo>
                  <a:cubicBezTo>
                    <a:pt x="104140" y="25400"/>
                    <a:pt x="25400" y="104140"/>
                    <a:pt x="25400" y="201295"/>
                  </a:cubicBezTo>
                  <a:cubicBezTo>
                    <a:pt x="25400" y="206756"/>
                    <a:pt x="21971" y="211455"/>
                    <a:pt x="16891" y="213233"/>
                  </a:cubicBezTo>
                  <a:cubicBezTo>
                    <a:pt x="11811" y="215011"/>
                    <a:pt x="6096" y="213360"/>
                    <a:pt x="2794" y="209169"/>
                  </a:cubicBezTo>
                  <a:lnTo>
                    <a:pt x="12700" y="201295"/>
                  </a:lnTo>
                  <a:lnTo>
                    <a:pt x="25400" y="201295"/>
                  </a:lnTo>
                  <a:moveTo>
                    <a:pt x="0" y="201295"/>
                  </a:moveTo>
                  <a:cubicBezTo>
                    <a:pt x="0" y="195834"/>
                    <a:pt x="3429" y="191135"/>
                    <a:pt x="8509" y="189357"/>
                  </a:cubicBezTo>
                  <a:cubicBezTo>
                    <a:pt x="13589" y="187579"/>
                    <a:pt x="19304" y="189230"/>
                    <a:pt x="22606" y="193421"/>
                  </a:cubicBezTo>
                  <a:lnTo>
                    <a:pt x="12700" y="201295"/>
                  </a:lnTo>
                  <a:lnTo>
                    <a:pt x="0" y="201295"/>
                  </a:lnTo>
                  <a:cubicBezTo>
                    <a:pt x="0" y="90170"/>
                    <a:pt x="90170" y="0"/>
                    <a:pt x="201295" y="0"/>
                  </a:cubicBezTo>
                  <a:cubicBezTo>
                    <a:pt x="312420" y="0"/>
                    <a:pt x="402717" y="90170"/>
                    <a:pt x="402717" y="201295"/>
                  </a:cubicBezTo>
                  <a:cubicBezTo>
                    <a:pt x="402717" y="312420"/>
                    <a:pt x="312547" y="402590"/>
                    <a:pt x="201422" y="402590"/>
                  </a:cubicBezTo>
                  <a:cubicBezTo>
                    <a:pt x="90297" y="402590"/>
                    <a:pt x="0" y="312547"/>
                    <a:pt x="0" y="201295"/>
                  </a:cubicBezTo>
                  <a:close/>
                </a:path>
              </a:pathLst>
            </a:custGeom>
            <a:solidFill>
              <a:srgbClr val="8208D5"/>
            </a:solidFill>
          </p:spPr>
        </p:sp>
      </p:grpSp>
      <p:sp>
        <p:nvSpPr>
          <p:cNvPr name="Freeform 25" id="25"/>
          <p:cNvSpPr/>
          <p:nvPr/>
        </p:nvSpPr>
        <p:spPr>
          <a:xfrm flipH="false" flipV="false" rot="0">
            <a:off x="17884083" y="4955038"/>
            <a:ext cx="203044" cy="203044"/>
          </a:xfrm>
          <a:custGeom>
            <a:avLst/>
            <a:gdLst/>
            <a:ahLst/>
            <a:cxnLst/>
            <a:rect r="r" b="b" t="t" l="l"/>
            <a:pathLst>
              <a:path h="203044" w="203044">
                <a:moveTo>
                  <a:pt x="0" y="0"/>
                </a:moveTo>
                <a:lnTo>
                  <a:pt x="203044" y="0"/>
                </a:lnTo>
                <a:lnTo>
                  <a:pt x="203044" y="203045"/>
                </a:lnTo>
                <a:lnTo>
                  <a:pt x="0" y="203045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8041036" y="3386880"/>
            <a:ext cx="1018080" cy="1007278"/>
          </a:xfrm>
          <a:custGeom>
            <a:avLst/>
            <a:gdLst/>
            <a:ahLst/>
            <a:cxnLst/>
            <a:rect r="r" b="b" t="t" l="l"/>
            <a:pathLst>
              <a:path h="1007278" w="1018080">
                <a:moveTo>
                  <a:pt x="0" y="0"/>
                </a:moveTo>
                <a:lnTo>
                  <a:pt x="1018079" y="0"/>
                </a:lnTo>
                <a:lnTo>
                  <a:pt x="1018079" y="1007279"/>
                </a:lnTo>
                <a:lnTo>
                  <a:pt x="0" y="1007279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7843764" y="-476641"/>
            <a:ext cx="1481757" cy="3494884"/>
          </a:xfrm>
          <a:custGeom>
            <a:avLst/>
            <a:gdLst/>
            <a:ahLst/>
            <a:cxnLst/>
            <a:rect r="r" b="b" t="t" l="l"/>
            <a:pathLst>
              <a:path h="3494884" w="1481757">
                <a:moveTo>
                  <a:pt x="0" y="0"/>
                </a:moveTo>
                <a:lnTo>
                  <a:pt x="1481756" y="0"/>
                </a:lnTo>
                <a:lnTo>
                  <a:pt x="1481756" y="3494885"/>
                </a:lnTo>
                <a:lnTo>
                  <a:pt x="0" y="3494885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7012164" y="-231838"/>
            <a:ext cx="1915201" cy="1536478"/>
          </a:xfrm>
          <a:custGeom>
            <a:avLst/>
            <a:gdLst/>
            <a:ahLst/>
            <a:cxnLst/>
            <a:rect r="r" b="b" t="t" l="l"/>
            <a:pathLst>
              <a:path h="1536478" w="1915201">
                <a:moveTo>
                  <a:pt x="0" y="0"/>
                </a:moveTo>
                <a:lnTo>
                  <a:pt x="1915202" y="0"/>
                </a:lnTo>
                <a:lnTo>
                  <a:pt x="1915202" y="1536477"/>
                </a:lnTo>
                <a:lnTo>
                  <a:pt x="0" y="1536477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-5400000">
            <a:off x="16465677" y="2247843"/>
            <a:ext cx="3008881" cy="6000483"/>
            <a:chOff x="0" y="0"/>
            <a:chExt cx="4011841" cy="800064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127"/>
              <a:ext cx="4011676" cy="8000365"/>
            </a:xfrm>
            <a:custGeom>
              <a:avLst/>
              <a:gdLst/>
              <a:ahLst/>
              <a:cxnLst/>
              <a:rect r="r" b="b" t="t" l="l"/>
              <a:pathLst>
                <a:path h="8000365" w="4011676">
                  <a:moveTo>
                    <a:pt x="3987165" y="8000365"/>
                  </a:moveTo>
                  <a:lnTo>
                    <a:pt x="2944495" y="6959347"/>
                  </a:lnTo>
                  <a:lnTo>
                    <a:pt x="2939161" y="6952234"/>
                  </a:lnTo>
                  <a:lnTo>
                    <a:pt x="2939161" y="4219067"/>
                  </a:lnTo>
                  <a:lnTo>
                    <a:pt x="1751965" y="3029712"/>
                  </a:lnTo>
                  <a:lnTo>
                    <a:pt x="1746631" y="3026156"/>
                  </a:lnTo>
                  <a:lnTo>
                    <a:pt x="1746631" y="996950"/>
                  </a:lnTo>
                  <a:lnTo>
                    <a:pt x="1113282" y="361696"/>
                  </a:lnTo>
                  <a:lnTo>
                    <a:pt x="0" y="361696"/>
                  </a:lnTo>
                  <a:lnTo>
                    <a:pt x="0" y="0"/>
                  </a:lnTo>
                  <a:lnTo>
                    <a:pt x="37084" y="0"/>
                  </a:lnTo>
                  <a:lnTo>
                    <a:pt x="37084" y="326390"/>
                  </a:lnTo>
                  <a:lnTo>
                    <a:pt x="1129030" y="326390"/>
                  </a:lnTo>
                  <a:lnTo>
                    <a:pt x="1781810" y="981075"/>
                  </a:lnTo>
                  <a:lnTo>
                    <a:pt x="1781810" y="3010281"/>
                  </a:lnTo>
                  <a:lnTo>
                    <a:pt x="2970911" y="4199636"/>
                  </a:lnTo>
                  <a:lnTo>
                    <a:pt x="2974340" y="4203192"/>
                  </a:lnTo>
                  <a:lnTo>
                    <a:pt x="2974340" y="6936359"/>
                  </a:lnTo>
                  <a:lnTo>
                    <a:pt x="4011676" y="7975727"/>
                  </a:lnTo>
                  <a:lnTo>
                    <a:pt x="3987038" y="8000365"/>
                  </a:lnTo>
                  <a:close/>
                </a:path>
              </a:pathLst>
            </a:custGeom>
            <a:gradFill rotWithShape="true">
              <a:gsLst>
                <a:gs pos="0">
                  <a:srgbClr val="0C0A9E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1308156" y="8294237"/>
            <a:ext cx="286893" cy="286893"/>
            <a:chOff x="0" y="0"/>
            <a:chExt cx="382524" cy="38252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82524" cy="382524"/>
            </a:xfrm>
            <a:custGeom>
              <a:avLst/>
              <a:gdLst/>
              <a:ahLst/>
              <a:cxnLst/>
              <a:rect r="r" b="b" t="t" l="l"/>
              <a:pathLst>
                <a:path h="382524" w="382524">
                  <a:moveTo>
                    <a:pt x="0" y="191262"/>
                  </a:moveTo>
                  <a:cubicBezTo>
                    <a:pt x="0" y="85598"/>
                    <a:pt x="85598" y="0"/>
                    <a:pt x="191262" y="0"/>
                  </a:cubicBezTo>
                  <a:lnTo>
                    <a:pt x="191262" y="12700"/>
                  </a:lnTo>
                  <a:lnTo>
                    <a:pt x="191262" y="0"/>
                  </a:lnTo>
                  <a:cubicBezTo>
                    <a:pt x="296926" y="0"/>
                    <a:pt x="382524" y="85598"/>
                    <a:pt x="382524" y="191262"/>
                  </a:cubicBezTo>
                  <a:cubicBezTo>
                    <a:pt x="382524" y="296926"/>
                    <a:pt x="296926" y="382524"/>
                    <a:pt x="191262" y="382524"/>
                  </a:cubicBezTo>
                  <a:lnTo>
                    <a:pt x="191262" y="369824"/>
                  </a:lnTo>
                  <a:lnTo>
                    <a:pt x="191262" y="382524"/>
                  </a:lnTo>
                  <a:cubicBezTo>
                    <a:pt x="85598" y="382524"/>
                    <a:pt x="0" y="296926"/>
                    <a:pt x="0" y="191262"/>
                  </a:cubicBezTo>
                  <a:lnTo>
                    <a:pt x="12700" y="191262"/>
                  </a:lnTo>
                  <a:lnTo>
                    <a:pt x="23622" y="197739"/>
                  </a:lnTo>
                  <a:cubicBezTo>
                    <a:pt x="20701" y="202692"/>
                    <a:pt x="14859" y="204978"/>
                    <a:pt x="9398" y="203454"/>
                  </a:cubicBezTo>
                  <a:cubicBezTo>
                    <a:pt x="3937" y="201930"/>
                    <a:pt x="0" y="196977"/>
                    <a:pt x="0" y="191262"/>
                  </a:cubicBezTo>
                  <a:moveTo>
                    <a:pt x="25400" y="191262"/>
                  </a:moveTo>
                  <a:lnTo>
                    <a:pt x="12700" y="191262"/>
                  </a:lnTo>
                  <a:lnTo>
                    <a:pt x="1778" y="184785"/>
                  </a:lnTo>
                  <a:cubicBezTo>
                    <a:pt x="4699" y="179832"/>
                    <a:pt x="10541" y="177546"/>
                    <a:pt x="16002" y="179070"/>
                  </a:cubicBezTo>
                  <a:cubicBezTo>
                    <a:pt x="21463" y="180594"/>
                    <a:pt x="25400" y="185547"/>
                    <a:pt x="25400" y="191262"/>
                  </a:cubicBezTo>
                  <a:cubicBezTo>
                    <a:pt x="25400" y="282829"/>
                    <a:pt x="99695" y="357124"/>
                    <a:pt x="191262" y="357124"/>
                  </a:cubicBezTo>
                  <a:cubicBezTo>
                    <a:pt x="282829" y="357124"/>
                    <a:pt x="357124" y="282829"/>
                    <a:pt x="357124" y="191262"/>
                  </a:cubicBezTo>
                  <a:lnTo>
                    <a:pt x="369824" y="191262"/>
                  </a:lnTo>
                  <a:lnTo>
                    <a:pt x="357124" y="191262"/>
                  </a:lnTo>
                  <a:cubicBezTo>
                    <a:pt x="357124" y="99695"/>
                    <a:pt x="282829" y="25400"/>
                    <a:pt x="191262" y="25400"/>
                  </a:cubicBezTo>
                  <a:lnTo>
                    <a:pt x="191262" y="12700"/>
                  </a:lnTo>
                  <a:lnTo>
                    <a:pt x="191262" y="25400"/>
                  </a:lnTo>
                  <a:cubicBezTo>
                    <a:pt x="99695" y="25400"/>
                    <a:pt x="25400" y="99695"/>
                    <a:pt x="25400" y="191262"/>
                  </a:cubicBezTo>
                  <a:close/>
                </a:path>
              </a:pathLst>
            </a:custGeom>
            <a:solidFill>
              <a:srgbClr val="0C0A9E"/>
            </a:solidFill>
          </p:spPr>
        </p:sp>
      </p:grpSp>
      <p:sp>
        <p:nvSpPr>
          <p:cNvPr name="AutoShape 33" id="33"/>
          <p:cNvSpPr/>
          <p:nvPr/>
        </p:nvSpPr>
        <p:spPr>
          <a:xfrm rot="7620">
            <a:off x="2457907" y="8432559"/>
            <a:ext cx="8945632" cy="0"/>
          </a:xfrm>
          <a:prstGeom prst="line">
            <a:avLst/>
          </a:prstGeom>
          <a:ln cap="rnd" w="9525">
            <a:solidFill>
              <a:srgbClr val="0C0A9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4" id="34"/>
          <p:cNvGrpSpPr/>
          <p:nvPr/>
        </p:nvGrpSpPr>
        <p:grpSpPr>
          <a:xfrm rot="0">
            <a:off x="11378155" y="8363521"/>
            <a:ext cx="146876" cy="146876"/>
            <a:chOff x="0" y="0"/>
            <a:chExt cx="195834" cy="19583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95834" cy="195834"/>
            </a:xfrm>
            <a:custGeom>
              <a:avLst/>
              <a:gdLst/>
              <a:ahLst/>
              <a:cxnLst/>
              <a:rect r="r" b="b" t="t" l="l"/>
              <a:pathLst>
                <a:path h="195834" w="195834">
                  <a:moveTo>
                    <a:pt x="0" y="97917"/>
                  </a:moveTo>
                  <a:cubicBezTo>
                    <a:pt x="0" y="43815"/>
                    <a:pt x="43815" y="0"/>
                    <a:pt x="97917" y="0"/>
                  </a:cubicBezTo>
                  <a:cubicBezTo>
                    <a:pt x="152019" y="0"/>
                    <a:pt x="195834" y="43815"/>
                    <a:pt x="195834" y="97917"/>
                  </a:cubicBezTo>
                  <a:cubicBezTo>
                    <a:pt x="195834" y="152019"/>
                    <a:pt x="152019" y="195834"/>
                    <a:pt x="97917" y="195834"/>
                  </a:cubicBezTo>
                  <a:cubicBezTo>
                    <a:pt x="43815" y="195834"/>
                    <a:pt x="0" y="152019"/>
                    <a:pt x="0" y="97917"/>
                  </a:cubicBezTo>
                  <a:close/>
                </a:path>
              </a:pathLst>
            </a:custGeom>
            <a:solidFill>
              <a:srgbClr val="0C0A9E"/>
            </a:solidFill>
          </p:spPr>
        </p:sp>
      </p:grp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DAHGz3SsXvc</dc:identifier>
  <dcterms:modified xsi:type="dcterms:W3CDTF">2011-08-01T06:04:30Z</dcterms:modified>
  <cp:revision>1</cp:revision>
  <dc:title>Neural Classifier.pptx</dc:title>
</cp:coreProperties>
</file>